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2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801600" cy="9601200" type="A3"/>
  <p:notesSz cx="7099300" cy="10234613"/>
  <p:defaultTextStyle>
    <a:defPPr>
      <a:defRPr lang="en-US"/>
    </a:defPPr>
    <a:lvl1pPr marL="0" algn="l" defTabSz="1074821" rtl="0" eaLnBrk="1" latinLnBrk="0" hangingPunct="1">
      <a:defRPr sz="2116" kern="1200">
        <a:solidFill>
          <a:schemeClr val="tx1"/>
        </a:solidFill>
        <a:latin typeface="+mn-lt"/>
        <a:ea typeface="+mn-ea"/>
        <a:cs typeface="+mn-cs"/>
      </a:defRPr>
    </a:lvl1pPr>
    <a:lvl2pPr marL="537410" algn="l" defTabSz="1074821" rtl="0" eaLnBrk="1" latinLnBrk="0" hangingPunct="1">
      <a:defRPr sz="2116" kern="1200">
        <a:solidFill>
          <a:schemeClr val="tx1"/>
        </a:solidFill>
        <a:latin typeface="+mn-lt"/>
        <a:ea typeface="+mn-ea"/>
        <a:cs typeface="+mn-cs"/>
      </a:defRPr>
    </a:lvl2pPr>
    <a:lvl3pPr marL="1074821" algn="l" defTabSz="1074821" rtl="0" eaLnBrk="1" latinLnBrk="0" hangingPunct="1">
      <a:defRPr sz="2116" kern="1200">
        <a:solidFill>
          <a:schemeClr val="tx1"/>
        </a:solidFill>
        <a:latin typeface="+mn-lt"/>
        <a:ea typeface="+mn-ea"/>
        <a:cs typeface="+mn-cs"/>
      </a:defRPr>
    </a:lvl3pPr>
    <a:lvl4pPr marL="1612231" algn="l" defTabSz="1074821" rtl="0" eaLnBrk="1" latinLnBrk="0" hangingPunct="1">
      <a:defRPr sz="2116" kern="1200">
        <a:solidFill>
          <a:schemeClr val="tx1"/>
        </a:solidFill>
        <a:latin typeface="+mn-lt"/>
        <a:ea typeface="+mn-ea"/>
        <a:cs typeface="+mn-cs"/>
      </a:defRPr>
    </a:lvl4pPr>
    <a:lvl5pPr marL="2149641" algn="l" defTabSz="1074821" rtl="0" eaLnBrk="1" latinLnBrk="0" hangingPunct="1">
      <a:defRPr sz="2116" kern="1200">
        <a:solidFill>
          <a:schemeClr val="tx1"/>
        </a:solidFill>
        <a:latin typeface="+mn-lt"/>
        <a:ea typeface="+mn-ea"/>
        <a:cs typeface="+mn-cs"/>
      </a:defRPr>
    </a:lvl5pPr>
    <a:lvl6pPr marL="2687052" algn="l" defTabSz="1074821" rtl="0" eaLnBrk="1" latinLnBrk="0" hangingPunct="1">
      <a:defRPr sz="2116" kern="1200">
        <a:solidFill>
          <a:schemeClr val="tx1"/>
        </a:solidFill>
        <a:latin typeface="+mn-lt"/>
        <a:ea typeface="+mn-ea"/>
        <a:cs typeface="+mn-cs"/>
      </a:defRPr>
    </a:lvl6pPr>
    <a:lvl7pPr marL="3224461" algn="l" defTabSz="1074821" rtl="0" eaLnBrk="1" latinLnBrk="0" hangingPunct="1">
      <a:defRPr sz="2116" kern="1200">
        <a:solidFill>
          <a:schemeClr val="tx1"/>
        </a:solidFill>
        <a:latin typeface="+mn-lt"/>
        <a:ea typeface="+mn-ea"/>
        <a:cs typeface="+mn-cs"/>
      </a:defRPr>
    </a:lvl7pPr>
    <a:lvl8pPr marL="3761872" algn="l" defTabSz="1074821" rtl="0" eaLnBrk="1" latinLnBrk="0" hangingPunct="1">
      <a:defRPr sz="2116" kern="1200">
        <a:solidFill>
          <a:schemeClr val="tx1"/>
        </a:solidFill>
        <a:latin typeface="+mn-lt"/>
        <a:ea typeface="+mn-ea"/>
        <a:cs typeface="+mn-cs"/>
      </a:defRPr>
    </a:lvl8pPr>
    <a:lvl9pPr marL="4299282" algn="l" defTabSz="1074821" rtl="0" eaLnBrk="1" latinLnBrk="0" hangingPunct="1">
      <a:defRPr sz="211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-534" y="-3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9" d="100"/>
          <a:sy n="69" d="100"/>
        </p:scale>
        <p:origin x="2706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5AB2E9-3568-4939-AD20-F42726F09D0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F1FE2A-97BA-4B52-B3A6-E44D1F20CB28}">
      <dgm:prSet phldrT="[Text]" custT="1"/>
      <dgm:spPr/>
      <dgm:t>
        <a:bodyPr/>
        <a:lstStyle/>
        <a:p>
          <a:r>
            <a:rPr lang="en-US" sz="800" dirty="0" smtClean="0"/>
            <a:t>Identifying the HDM-Sentry Inputs</a:t>
          </a:r>
          <a:endParaRPr lang="en-US" sz="800" dirty="0"/>
        </a:p>
      </dgm:t>
    </dgm:pt>
    <dgm:pt modelId="{272155B6-483B-4675-B173-D3F00A201046}" type="parTrans" cxnId="{FC6EE199-23CF-4307-94F8-FC53916EA51A}">
      <dgm:prSet/>
      <dgm:spPr/>
      <dgm:t>
        <a:bodyPr/>
        <a:lstStyle/>
        <a:p>
          <a:endParaRPr lang="en-US" sz="2800"/>
        </a:p>
      </dgm:t>
    </dgm:pt>
    <dgm:pt modelId="{0CACD921-34CA-4681-87F1-041A98C27B3D}" type="sibTrans" cxnId="{FC6EE199-23CF-4307-94F8-FC53916EA51A}">
      <dgm:prSet/>
      <dgm:spPr/>
      <dgm:t>
        <a:bodyPr/>
        <a:lstStyle/>
        <a:p>
          <a:endParaRPr lang="en-US" sz="2800"/>
        </a:p>
      </dgm:t>
    </dgm:pt>
    <dgm:pt modelId="{4640F6E6-EF32-4372-9B3B-2FFD48F9CB5C}">
      <dgm:prSet phldrT="[Text]" custT="1"/>
      <dgm:spPr/>
      <dgm:t>
        <a:bodyPr/>
        <a:lstStyle/>
        <a:p>
          <a:pPr algn="just"/>
          <a:r>
            <a:rPr lang="en-US" sz="900" dirty="0" smtClean="0"/>
            <a:t>Four main inputs to HDM-Sentry were considered</a:t>
          </a:r>
          <a:endParaRPr lang="en-US" sz="900" dirty="0"/>
        </a:p>
      </dgm:t>
    </dgm:pt>
    <dgm:pt modelId="{DB4F8E23-BBE6-4AB5-9D82-74F5115D7455}" type="parTrans" cxnId="{ACB965C6-1ACF-483C-9C29-8A17C949C706}">
      <dgm:prSet/>
      <dgm:spPr/>
      <dgm:t>
        <a:bodyPr/>
        <a:lstStyle/>
        <a:p>
          <a:endParaRPr lang="en-US" sz="2800"/>
        </a:p>
      </dgm:t>
    </dgm:pt>
    <dgm:pt modelId="{55E32D54-3DF3-4F3F-B3B8-1AEE5606EC62}" type="sibTrans" cxnId="{ACB965C6-1ACF-483C-9C29-8A17C949C706}">
      <dgm:prSet/>
      <dgm:spPr/>
      <dgm:t>
        <a:bodyPr/>
        <a:lstStyle/>
        <a:p>
          <a:endParaRPr lang="en-US" sz="2800"/>
        </a:p>
      </dgm:t>
    </dgm:pt>
    <dgm:pt modelId="{184B56DA-A66C-4DD0-AE11-0A7EBA387E48}">
      <dgm:prSet phldrT="[Text]" custT="1"/>
      <dgm:spPr/>
      <dgm:t>
        <a:bodyPr/>
        <a:lstStyle/>
        <a:p>
          <a:r>
            <a:rPr lang="en-US" sz="800" dirty="0" smtClean="0"/>
            <a:t>Full Factorial Experiment Design</a:t>
          </a:r>
          <a:endParaRPr lang="en-US" sz="800" dirty="0"/>
        </a:p>
      </dgm:t>
    </dgm:pt>
    <dgm:pt modelId="{3C1C544F-4C0C-4E19-A3D2-C3E5175D7B4B}" type="parTrans" cxnId="{01AD485A-0916-4A80-9CBA-29870F4D202A}">
      <dgm:prSet/>
      <dgm:spPr/>
      <dgm:t>
        <a:bodyPr/>
        <a:lstStyle/>
        <a:p>
          <a:endParaRPr lang="en-US" sz="2800"/>
        </a:p>
      </dgm:t>
    </dgm:pt>
    <dgm:pt modelId="{8EE144C8-20EA-43DA-B048-41CEE06807BC}" type="sibTrans" cxnId="{01AD485A-0916-4A80-9CBA-29870F4D202A}">
      <dgm:prSet/>
      <dgm:spPr/>
      <dgm:t>
        <a:bodyPr/>
        <a:lstStyle/>
        <a:p>
          <a:endParaRPr lang="en-US" sz="2800"/>
        </a:p>
      </dgm:t>
    </dgm:pt>
    <dgm:pt modelId="{17AF0C1B-AB46-4643-AAAB-C00D253E5731}">
      <dgm:prSet phldrT="[Text]" custT="1"/>
      <dgm:spPr/>
      <dgm:t>
        <a:bodyPr/>
        <a:lstStyle/>
        <a:p>
          <a:pPr algn="just"/>
          <a:r>
            <a:rPr lang="en-US" sz="900" dirty="0" smtClean="0"/>
            <a:t>All levels of each variable combined with all levels of all the other variables and results recorded</a:t>
          </a:r>
          <a:endParaRPr lang="en-US" sz="900" dirty="0"/>
        </a:p>
      </dgm:t>
    </dgm:pt>
    <dgm:pt modelId="{29C3C336-A8CD-48B5-9F85-325299B52A84}" type="parTrans" cxnId="{31D0EEFF-9776-4597-8873-3B56F9091C86}">
      <dgm:prSet/>
      <dgm:spPr/>
      <dgm:t>
        <a:bodyPr/>
        <a:lstStyle/>
        <a:p>
          <a:endParaRPr lang="en-US" sz="2800"/>
        </a:p>
      </dgm:t>
    </dgm:pt>
    <dgm:pt modelId="{631D11DF-11B6-487B-8148-E2BF1F9190AD}" type="sibTrans" cxnId="{31D0EEFF-9776-4597-8873-3B56F9091C86}">
      <dgm:prSet/>
      <dgm:spPr/>
      <dgm:t>
        <a:bodyPr/>
        <a:lstStyle/>
        <a:p>
          <a:endParaRPr lang="en-US" sz="2800"/>
        </a:p>
      </dgm:t>
    </dgm:pt>
    <dgm:pt modelId="{2F8ECEAC-FAA3-4503-A169-57F41A503807}">
      <dgm:prSet phldrT="[Text]" custT="1"/>
      <dgm:spPr/>
      <dgm:t>
        <a:bodyPr/>
        <a:lstStyle/>
        <a:p>
          <a:r>
            <a:rPr lang="en-US" sz="800" dirty="0" smtClean="0"/>
            <a:t>Sensitivity Analysis</a:t>
          </a:r>
          <a:endParaRPr lang="en-US" sz="800" dirty="0"/>
        </a:p>
      </dgm:t>
    </dgm:pt>
    <dgm:pt modelId="{ACAA3BC8-2CDA-42A5-8DD6-5A948ACC6FCF}" type="parTrans" cxnId="{24836079-9FDA-4F84-9291-518671EE6E30}">
      <dgm:prSet/>
      <dgm:spPr/>
      <dgm:t>
        <a:bodyPr/>
        <a:lstStyle/>
        <a:p>
          <a:endParaRPr lang="en-US" sz="2800"/>
        </a:p>
      </dgm:t>
    </dgm:pt>
    <dgm:pt modelId="{61A568BF-D1AB-4345-9CA7-878468CAA9E0}" type="sibTrans" cxnId="{24836079-9FDA-4F84-9291-518671EE6E30}">
      <dgm:prSet/>
      <dgm:spPr/>
      <dgm:t>
        <a:bodyPr/>
        <a:lstStyle/>
        <a:p>
          <a:endParaRPr lang="en-US" sz="2800"/>
        </a:p>
      </dgm:t>
    </dgm:pt>
    <dgm:pt modelId="{BB5A00DF-7368-4451-822A-C5213BEFEEBE}">
      <dgm:prSet phldrT="[Text]" custT="1"/>
      <dgm:spPr/>
      <dgm:t>
        <a:bodyPr/>
        <a:lstStyle/>
        <a:p>
          <a:pPr algn="just"/>
          <a:r>
            <a:rPr lang="en-US" sz="900" dirty="0" smtClean="0"/>
            <a:t>Sensitivity analysis of NPV and average IRI in relation to the high level inputs</a:t>
          </a:r>
          <a:endParaRPr lang="en-US" sz="900" dirty="0"/>
        </a:p>
      </dgm:t>
    </dgm:pt>
    <dgm:pt modelId="{DBF05790-03E0-47D4-8137-1ED35487613F}" type="parTrans" cxnId="{3F455948-84CC-4BD3-B122-BC7FC520F6C2}">
      <dgm:prSet/>
      <dgm:spPr/>
      <dgm:t>
        <a:bodyPr/>
        <a:lstStyle/>
        <a:p>
          <a:endParaRPr lang="en-US" sz="2800"/>
        </a:p>
      </dgm:t>
    </dgm:pt>
    <dgm:pt modelId="{1FC1A5B2-F57F-4D1D-AD7C-59801453B2A1}" type="sibTrans" cxnId="{3F455948-84CC-4BD3-B122-BC7FC520F6C2}">
      <dgm:prSet/>
      <dgm:spPr/>
      <dgm:t>
        <a:bodyPr/>
        <a:lstStyle/>
        <a:p>
          <a:endParaRPr lang="en-US" sz="2800"/>
        </a:p>
      </dgm:t>
    </dgm:pt>
    <dgm:pt modelId="{E48D0B40-6841-46C6-82AB-41A1F9936E49}">
      <dgm:prSet phldrT="[Text]" custT="1"/>
      <dgm:spPr/>
      <dgm:t>
        <a:bodyPr/>
        <a:lstStyle/>
        <a:p>
          <a:pPr algn="just"/>
          <a:r>
            <a:rPr lang="en-US" sz="900" b="0" dirty="0" smtClean="0"/>
            <a:t>Traffic Volume</a:t>
          </a:r>
          <a:endParaRPr lang="en-US" sz="900" b="0" dirty="0"/>
        </a:p>
      </dgm:t>
    </dgm:pt>
    <dgm:pt modelId="{4A389DB9-CA47-48F8-B5B9-FCC62D58235A}" type="parTrans" cxnId="{B94F1B0E-DE7D-42EE-84B1-80A0AA5FCDDB}">
      <dgm:prSet/>
      <dgm:spPr/>
      <dgm:t>
        <a:bodyPr/>
        <a:lstStyle/>
        <a:p>
          <a:endParaRPr lang="en-US"/>
        </a:p>
      </dgm:t>
    </dgm:pt>
    <dgm:pt modelId="{AFAC6980-C0CE-4265-BB67-1C957D2C13D0}" type="sibTrans" cxnId="{B94F1B0E-DE7D-42EE-84B1-80A0AA5FCDDB}">
      <dgm:prSet/>
      <dgm:spPr/>
      <dgm:t>
        <a:bodyPr/>
        <a:lstStyle/>
        <a:p>
          <a:endParaRPr lang="en-US"/>
        </a:p>
      </dgm:t>
    </dgm:pt>
    <dgm:pt modelId="{235ACD8B-1CC3-4E38-BF74-78FC14540A06}">
      <dgm:prSet phldrT="[Text]" custT="1"/>
      <dgm:spPr/>
      <dgm:t>
        <a:bodyPr/>
        <a:lstStyle/>
        <a:p>
          <a:pPr algn="just"/>
          <a:r>
            <a:rPr lang="en-US" sz="900" b="0" dirty="0" smtClean="0"/>
            <a:t>Traffic Growth</a:t>
          </a:r>
          <a:endParaRPr lang="en-US" sz="900" b="0" dirty="0"/>
        </a:p>
      </dgm:t>
    </dgm:pt>
    <dgm:pt modelId="{12F3BDD0-A58E-491F-A4E1-C79A253DA2C5}" type="parTrans" cxnId="{35642E82-A70A-4902-A347-430AE9E77FDA}">
      <dgm:prSet/>
      <dgm:spPr/>
      <dgm:t>
        <a:bodyPr/>
        <a:lstStyle/>
        <a:p>
          <a:endParaRPr lang="en-US"/>
        </a:p>
      </dgm:t>
    </dgm:pt>
    <dgm:pt modelId="{E5040104-09DF-4D5F-A731-3343F3F6F41A}" type="sibTrans" cxnId="{35642E82-A70A-4902-A347-430AE9E77FDA}">
      <dgm:prSet/>
      <dgm:spPr/>
      <dgm:t>
        <a:bodyPr/>
        <a:lstStyle/>
        <a:p>
          <a:endParaRPr lang="en-US"/>
        </a:p>
      </dgm:t>
    </dgm:pt>
    <dgm:pt modelId="{EB55A515-285A-414D-9AF5-87C6DB145D21}">
      <dgm:prSet phldrT="[Text]" custT="1"/>
      <dgm:spPr/>
      <dgm:t>
        <a:bodyPr/>
        <a:lstStyle/>
        <a:p>
          <a:pPr algn="just"/>
          <a:r>
            <a:rPr lang="en-US" sz="900" b="0" dirty="0" smtClean="0"/>
            <a:t>Initial road Condition</a:t>
          </a:r>
          <a:endParaRPr lang="en-US" sz="900" b="0" dirty="0"/>
        </a:p>
      </dgm:t>
    </dgm:pt>
    <dgm:pt modelId="{B3D0A8BE-2E75-4987-8BE8-3C46E86643D2}" type="parTrans" cxnId="{1FDFCCE9-DB9E-4693-9C17-5686E2607944}">
      <dgm:prSet/>
      <dgm:spPr/>
      <dgm:t>
        <a:bodyPr/>
        <a:lstStyle/>
        <a:p>
          <a:endParaRPr lang="en-US"/>
        </a:p>
      </dgm:t>
    </dgm:pt>
    <dgm:pt modelId="{7084543C-4A5D-4226-830A-90B0D532AEF3}" type="sibTrans" cxnId="{1FDFCCE9-DB9E-4693-9C17-5686E2607944}">
      <dgm:prSet/>
      <dgm:spPr/>
      <dgm:t>
        <a:bodyPr/>
        <a:lstStyle/>
        <a:p>
          <a:endParaRPr lang="en-US"/>
        </a:p>
      </dgm:t>
    </dgm:pt>
    <dgm:pt modelId="{FD1FA9D7-E78C-4867-BAA8-84DAF59CCD09}">
      <dgm:prSet phldrT="[Text]" custT="1"/>
      <dgm:spPr/>
      <dgm:t>
        <a:bodyPr/>
        <a:lstStyle/>
        <a:p>
          <a:pPr algn="just"/>
          <a:r>
            <a:rPr lang="en-US" sz="900" b="0" dirty="0" smtClean="0"/>
            <a:t>Geometry</a:t>
          </a:r>
          <a:endParaRPr lang="en-US" sz="900" b="0" dirty="0"/>
        </a:p>
      </dgm:t>
    </dgm:pt>
    <dgm:pt modelId="{8D3B4CFC-AF1A-46DE-900E-61BE4A9BAAF9}" type="parTrans" cxnId="{F4E7D5D6-A545-4672-B1F2-1429FED41F82}">
      <dgm:prSet/>
      <dgm:spPr/>
      <dgm:t>
        <a:bodyPr/>
        <a:lstStyle/>
        <a:p>
          <a:endParaRPr lang="en-US"/>
        </a:p>
      </dgm:t>
    </dgm:pt>
    <dgm:pt modelId="{6C9F5F8C-7599-4F9D-A340-453BC2CE9F87}" type="sibTrans" cxnId="{F4E7D5D6-A545-4672-B1F2-1429FED41F82}">
      <dgm:prSet/>
      <dgm:spPr/>
      <dgm:t>
        <a:bodyPr/>
        <a:lstStyle/>
        <a:p>
          <a:endParaRPr lang="en-US"/>
        </a:p>
      </dgm:t>
    </dgm:pt>
    <dgm:pt modelId="{0EBB0AFD-33F9-4493-9751-298AE05E7681}">
      <dgm:prSet phldrT="[Text]" custT="1"/>
      <dgm:spPr/>
      <dgm:t>
        <a:bodyPr/>
        <a:lstStyle/>
        <a:p>
          <a:r>
            <a:rPr lang="en-US" sz="800" dirty="0" smtClean="0"/>
            <a:t>Comparison to real network</a:t>
          </a:r>
          <a:endParaRPr lang="en-US" sz="800" dirty="0"/>
        </a:p>
      </dgm:t>
    </dgm:pt>
    <dgm:pt modelId="{EE458229-C146-4F8C-8992-E81DA907B1A4}" type="parTrans" cxnId="{927F5DAD-ABC2-4C08-B279-4F52A000E217}">
      <dgm:prSet/>
      <dgm:spPr/>
      <dgm:t>
        <a:bodyPr/>
        <a:lstStyle/>
        <a:p>
          <a:endParaRPr lang="en-US"/>
        </a:p>
      </dgm:t>
    </dgm:pt>
    <dgm:pt modelId="{86685EDC-A9FE-4A29-9CD7-F5AE3B895697}" type="sibTrans" cxnId="{927F5DAD-ABC2-4C08-B279-4F52A000E217}">
      <dgm:prSet/>
      <dgm:spPr/>
      <dgm:t>
        <a:bodyPr/>
        <a:lstStyle/>
        <a:p>
          <a:endParaRPr lang="en-US"/>
        </a:p>
      </dgm:t>
    </dgm:pt>
    <dgm:pt modelId="{774F1347-6B60-4D35-8D07-8FB557673839}">
      <dgm:prSet custT="1"/>
      <dgm:spPr/>
      <dgm:t>
        <a:bodyPr/>
        <a:lstStyle/>
        <a:p>
          <a:pPr algn="just"/>
          <a:r>
            <a:rPr lang="en-US" sz="900" dirty="0" smtClean="0"/>
            <a:t>High level inputs compared to the actual inputs from a real road network from Uganda National roads Authority (UNRA)</a:t>
          </a:r>
          <a:endParaRPr lang="en-US" sz="900" dirty="0"/>
        </a:p>
      </dgm:t>
    </dgm:pt>
    <dgm:pt modelId="{605F2F74-391A-4EF7-A972-51339FCCD318}" type="parTrans" cxnId="{6D5CA306-BCB9-4A62-89E7-A89E97914AD1}">
      <dgm:prSet/>
      <dgm:spPr/>
      <dgm:t>
        <a:bodyPr/>
        <a:lstStyle/>
        <a:p>
          <a:endParaRPr lang="en-US"/>
        </a:p>
      </dgm:t>
    </dgm:pt>
    <dgm:pt modelId="{0EDADBDB-FE36-4E58-944C-8C76E5E4125B}" type="sibTrans" cxnId="{6D5CA306-BCB9-4A62-89E7-A89E97914AD1}">
      <dgm:prSet/>
      <dgm:spPr/>
      <dgm:t>
        <a:bodyPr/>
        <a:lstStyle/>
        <a:p>
          <a:endParaRPr lang="en-US"/>
        </a:p>
      </dgm:t>
    </dgm:pt>
    <dgm:pt modelId="{D4712303-0590-43DE-AC10-81E15478BCDE}">
      <dgm:prSet phldrT="[Text]" custT="1"/>
      <dgm:spPr/>
      <dgm:t>
        <a:bodyPr/>
        <a:lstStyle/>
        <a:p>
          <a:pPr algn="just"/>
          <a:r>
            <a:rPr lang="en-US" sz="900" dirty="0" smtClean="0"/>
            <a:t>All levels run in HDM-Sentry </a:t>
          </a:r>
          <a:endParaRPr lang="en-US" sz="900" dirty="0"/>
        </a:p>
      </dgm:t>
    </dgm:pt>
    <dgm:pt modelId="{6FCAD1F6-81C9-4067-A846-BB66E45C3086}" type="parTrans" cxnId="{1ED0E0AD-5D6A-4ED2-B954-748B0A23A060}">
      <dgm:prSet/>
      <dgm:spPr/>
      <dgm:t>
        <a:bodyPr/>
        <a:lstStyle/>
        <a:p>
          <a:endParaRPr lang="en-US"/>
        </a:p>
      </dgm:t>
    </dgm:pt>
    <dgm:pt modelId="{8B917485-ECFE-44EA-957B-3E2C85417E91}" type="sibTrans" cxnId="{1ED0E0AD-5D6A-4ED2-B954-748B0A23A060}">
      <dgm:prSet/>
      <dgm:spPr/>
      <dgm:t>
        <a:bodyPr/>
        <a:lstStyle/>
        <a:p>
          <a:endParaRPr lang="en-US"/>
        </a:p>
      </dgm:t>
    </dgm:pt>
    <dgm:pt modelId="{4351CFC8-37EC-494B-A841-287649776134}" type="pres">
      <dgm:prSet presAssocID="{425AB2E9-3568-4939-AD20-F42726F09D02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0E9962D-05C5-4F85-A473-03B50B9C6416}" type="pres">
      <dgm:prSet presAssocID="{06F1FE2A-97BA-4B52-B3A6-E44D1F20CB28}" presName="composite" presStyleCnt="0"/>
      <dgm:spPr/>
    </dgm:pt>
    <dgm:pt modelId="{B8C15370-9E21-4343-A577-4985C41A0B6E}" type="pres">
      <dgm:prSet presAssocID="{06F1FE2A-97BA-4B52-B3A6-E44D1F20CB28}" presName="parTx" presStyleLbl="alignNode1" presStyleIdx="0" presStyleCnt="4" custLinFactNeighborX="-166" custLinFactNeighborY="-313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65B54D-BB89-4898-B770-68834B90CB27}" type="pres">
      <dgm:prSet presAssocID="{06F1FE2A-97BA-4B52-B3A6-E44D1F20CB28}" presName="desTx" presStyleLbl="alignAccFollowNode1" presStyleIdx="0" presStyleCnt="4" custLinFactNeighborX="1682" custLinFactNeighborY="63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E2C66E-7169-4E42-A713-6528CC71DD9D}" type="pres">
      <dgm:prSet presAssocID="{0CACD921-34CA-4681-87F1-041A98C27B3D}" presName="space" presStyleCnt="0"/>
      <dgm:spPr/>
    </dgm:pt>
    <dgm:pt modelId="{C25D5A66-A92F-4D7D-A84B-534F27779317}" type="pres">
      <dgm:prSet presAssocID="{184B56DA-A66C-4DD0-AE11-0A7EBA387E48}" presName="composite" presStyleCnt="0"/>
      <dgm:spPr/>
    </dgm:pt>
    <dgm:pt modelId="{E01B3154-0666-4584-9FC4-432DE00CC402}" type="pres">
      <dgm:prSet presAssocID="{184B56DA-A66C-4DD0-AE11-0A7EBA387E48}" presName="parTx" presStyleLbl="alignNode1" presStyleIdx="1" presStyleCnt="4" custLinFactNeighborX="-63" custLinFactNeighborY="-313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C96761-7A7E-46B1-9A31-B92F49834D5A}" type="pres">
      <dgm:prSet presAssocID="{184B56DA-A66C-4DD0-AE11-0A7EBA387E48}" presName="desTx" presStyleLbl="alignAccFollowNode1" presStyleIdx="1" presStyleCnt="4" custLinFactNeighborX="1682" custLinFactNeighborY="63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04D87C-D390-4BAA-B20D-69AF97599BD7}" type="pres">
      <dgm:prSet presAssocID="{8EE144C8-20EA-43DA-B048-41CEE06807BC}" presName="space" presStyleCnt="0"/>
      <dgm:spPr/>
    </dgm:pt>
    <dgm:pt modelId="{F9A125CB-F105-4A75-821B-0388D80248ED}" type="pres">
      <dgm:prSet presAssocID="{2F8ECEAC-FAA3-4503-A169-57F41A503807}" presName="composite" presStyleCnt="0"/>
      <dgm:spPr/>
    </dgm:pt>
    <dgm:pt modelId="{64DD6D48-227C-4434-BED8-F49C9D4F4F7E}" type="pres">
      <dgm:prSet presAssocID="{2F8ECEAC-FAA3-4503-A169-57F41A503807}" presName="parTx" presStyleLbl="alignNode1" presStyleIdx="2" presStyleCnt="4" custLinFactNeighborX="40" custLinFactNeighborY="-313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860936-C475-4184-9A9D-2F4B5D8B0BC7}" type="pres">
      <dgm:prSet presAssocID="{2F8ECEAC-FAA3-4503-A169-57F41A503807}" presName="desTx" presStyleLbl="alignAccFollowNode1" presStyleIdx="2" presStyleCnt="4" custLinFactNeighborX="1682" custLinFactNeighborY="63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175937-C75E-4122-9FE0-99B20ACB1D65}" type="pres">
      <dgm:prSet presAssocID="{61A568BF-D1AB-4345-9CA7-878468CAA9E0}" presName="space" presStyleCnt="0"/>
      <dgm:spPr/>
    </dgm:pt>
    <dgm:pt modelId="{FDC42D9C-27AE-4637-B95E-07A904F7ECC2}" type="pres">
      <dgm:prSet presAssocID="{0EBB0AFD-33F9-4493-9751-298AE05E7681}" presName="composite" presStyleCnt="0"/>
      <dgm:spPr/>
    </dgm:pt>
    <dgm:pt modelId="{189EFE9E-2734-4851-A89E-62ED042DC806}" type="pres">
      <dgm:prSet presAssocID="{0EBB0AFD-33F9-4493-9751-298AE05E7681}" presName="parTx" presStyleLbl="alignNode1" presStyleIdx="3" presStyleCnt="4" custLinFactNeighborX="166" custLinFactNeighborY="-980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2214BC-6D01-4D6F-9052-CFD1D1370956}" type="pres">
      <dgm:prSet presAssocID="{0EBB0AFD-33F9-4493-9751-298AE05E7681}" presName="desTx" presStyleLbl="alignAccFollowNode1" presStyleIdx="3" presStyleCnt="4" custLinFactNeighborX="1746" custLinFactNeighborY="-102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94F1B0E-DE7D-42EE-84B1-80A0AA5FCDDB}" srcId="{4640F6E6-EF32-4372-9B3B-2FFD48F9CB5C}" destId="{E48D0B40-6841-46C6-82AB-41A1F9936E49}" srcOrd="0" destOrd="0" parTransId="{4A389DB9-CA47-48F8-B5B9-FCC62D58235A}" sibTransId="{AFAC6980-C0CE-4265-BB67-1C957D2C13D0}"/>
    <dgm:cxn modelId="{F0C387A4-A5A6-499F-AD8C-D4CCC1060BE7}" type="presOf" srcId="{FD1FA9D7-E78C-4867-BAA8-84DAF59CCD09}" destId="{DE65B54D-BB89-4898-B770-68834B90CB27}" srcOrd="0" destOrd="4" presId="urn:microsoft.com/office/officeart/2005/8/layout/hList1"/>
    <dgm:cxn modelId="{9C3D3653-8462-4AAD-A961-3717216B9CF2}" type="presOf" srcId="{06F1FE2A-97BA-4B52-B3A6-E44D1F20CB28}" destId="{B8C15370-9E21-4343-A577-4985C41A0B6E}" srcOrd="0" destOrd="0" presId="urn:microsoft.com/office/officeart/2005/8/layout/hList1"/>
    <dgm:cxn modelId="{4E402F4F-22AD-4214-BE8C-948F617ABB38}" type="presOf" srcId="{BB5A00DF-7368-4451-822A-C5213BEFEEBE}" destId="{98860936-C475-4184-9A9D-2F4B5D8B0BC7}" srcOrd="0" destOrd="0" presId="urn:microsoft.com/office/officeart/2005/8/layout/hList1"/>
    <dgm:cxn modelId="{31D0EEFF-9776-4597-8873-3B56F9091C86}" srcId="{184B56DA-A66C-4DD0-AE11-0A7EBA387E48}" destId="{17AF0C1B-AB46-4643-AAAB-C00D253E5731}" srcOrd="0" destOrd="0" parTransId="{29C3C336-A8CD-48B5-9F85-325299B52A84}" sibTransId="{631D11DF-11B6-487B-8148-E2BF1F9190AD}"/>
    <dgm:cxn modelId="{ACB965C6-1ACF-483C-9C29-8A17C949C706}" srcId="{06F1FE2A-97BA-4B52-B3A6-E44D1F20CB28}" destId="{4640F6E6-EF32-4372-9B3B-2FFD48F9CB5C}" srcOrd="0" destOrd="0" parTransId="{DB4F8E23-BBE6-4AB5-9D82-74F5115D7455}" sibTransId="{55E32D54-3DF3-4F3F-B3B8-1AEE5606EC62}"/>
    <dgm:cxn modelId="{BCC6DCFE-4CF1-4778-9554-C7501CFFED58}" type="presOf" srcId="{EB55A515-285A-414D-9AF5-87C6DB145D21}" destId="{DE65B54D-BB89-4898-B770-68834B90CB27}" srcOrd="0" destOrd="3" presId="urn:microsoft.com/office/officeart/2005/8/layout/hList1"/>
    <dgm:cxn modelId="{51EFA3EF-F9E3-4B84-BA84-84A3BBF4D4D3}" type="presOf" srcId="{17AF0C1B-AB46-4643-AAAB-C00D253E5731}" destId="{6EC96761-7A7E-46B1-9A31-B92F49834D5A}" srcOrd="0" destOrd="0" presId="urn:microsoft.com/office/officeart/2005/8/layout/hList1"/>
    <dgm:cxn modelId="{F4E7D5D6-A545-4672-B1F2-1429FED41F82}" srcId="{4640F6E6-EF32-4372-9B3B-2FFD48F9CB5C}" destId="{FD1FA9D7-E78C-4867-BAA8-84DAF59CCD09}" srcOrd="3" destOrd="0" parTransId="{8D3B4CFC-AF1A-46DE-900E-61BE4A9BAAF9}" sibTransId="{6C9F5F8C-7599-4F9D-A340-453BC2CE9F87}"/>
    <dgm:cxn modelId="{3F455948-84CC-4BD3-B122-BC7FC520F6C2}" srcId="{2F8ECEAC-FAA3-4503-A169-57F41A503807}" destId="{BB5A00DF-7368-4451-822A-C5213BEFEEBE}" srcOrd="0" destOrd="0" parTransId="{DBF05790-03E0-47D4-8137-1ED35487613F}" sibTransId="{1FC1A5B2-F57F-4D1D-AD7C-59801453B2A1}"/>
    <dgm:cxn modelId="{205B0020-82F8-4010-A85B-A7634DDBD186}" type="presOf" srcId="{0EBB0AFD-33F9-4493-9751-298AE05E7681}" destId="{189EFE9E-2734-4851-A89E-62ED042DC806}" srcOrd="0" destOrd="0" presId="urn:microsoft.com/office/officeart/2005/8/layout/hList1"/>
    <dgm:cxn modelId="{9BA84549-343A-497A-8F50-EA4C874AF4DD}" type="presOf" srcId="{2F8ECEAC-FAA3-4503-A169-57F41A503807}" destId="{64DD6D48-227C-4434-BED8-F49C9D4F4F7E}" srcOrd="0" destOrd="0" presId="urn:microsoft.com/office/officeart/2005/8/layout/hList1"/>
    <dgm:cxn modelId="{913323B4-1F88-4AC5-8C9E-BE0572C8023B}" type="presOf" srcId="{4640F6E6-EF32-4372-9B3B-2FFD48F9CB5C}" destId="{DE65B54D-BB89-4898-B770-68834B90CB27}" srcOrd="0" destOrd="0" presId="urn:microsoft.com/office/officeart/2005/8/layout/hList1"/>
    <dgm:cxn modelId="{35642E82-A70A-4902-A347-430AE9E77FDA}" srcId="{4640F6E6-EF32-4372-9B3B-2FFD48F9CB5C}" destId="{235ACD8B-1CC3-4E38-BF74-78FC14540A06}" srcOrd="1" destOrd="0" parTransId="{12F3BDD0-A58E-491F-A4E1-C79A253DA2C5}" sibTransId="{E5040104-09DF-4D5F-A731-3343F3F6F41A}"/>
    <dgm:cxn modelId="{927F5DAD-ABC2-4C08-B279-4F52A000E217}" srcId="{425AB2E9-3568-4939-AD20-F42726F09D02}" destId="{0EBB0AFD-33F9-4493-9751-298AE05E7681}" srcOrd="3" destOrd="0" parTransId="{EE458229-C146-4F8C-8992-E81DA907B1A4}" sibTransId="{86685EDC-A9FE-4A29-9CD7-F5AE3B895697}"/>
    <dgm:cxn modelId="{1ED0E0AD-5D6A-4ED2-B954-748B0A23A060}" srcId="{184B56DA-A66C-4DD0-AE11-0A7EBA387E48}" destId="{D4712303-0590-43DE-AC10-81E15478BCDE}" srcOrd="1" destOrd="0" parTransId="{6FCAD1F6-81C9-4067-A846-BB66E45C3086}" sibTransId="{8B917485-ECFE-44EA-957B-3E2C85417E91}"/>
    <dgm:cxn modelId="{FC6EE199-23CF-4307-94F8-FC53916EA51A}" srcId="{425AB2E9-3568-4939-AD20-F42726F09D02}" destId="{06F1FE2A-97BA-4B52-B3A6-E44D1F20CB28}" srcOrd="0" destOrd="0" parTransId="{272155B6-483B-4675-B173-D3F00A201046}" sibTransId="{0CACD921-34CA-4681-87F1-041A98C27B3D}"/>
    <dgm:cxn modelId="{7FD88FF9-53A7-4C08-9686-37472D3C5F90}" type="presOf" srcId="{184B56DA-A66C-4DD0-AE11-0A7EBA387E48}" destId="{E01B3154-0666-4584-9FC4-432DE00CC402}" srcOrd="0" destOrd="0" presId="urn:microsoft.com/office/officeart/2005/8/layout/hList1"/>
    <dgm:cxn modelId="{0F98DAE9-04DA-47B3-B7A2-734E10AFFB24}" type="presOf" srcId="{D4712303-0590-43DE-AC10-81E15478BCDE}" destId="{6EC96761-7A7E-46B1-9A31-B92F49834D5A}" srcOrd="0" destOrd="1" presId="urn:microsoft.com/office/officeart/2005/8/layout/hList1"/>
    <dgm:cxn modelId="{01AD485A-0916-4A80-9CBA-29870F4D202A}" srcId="{425AB2E9-3568-4939-AD20-F42726F09D02}" destId="{184B56DA-A66C-4DD0-AE11-0A7EBA387E48}" srcOrd="1" destOrd="0" parTransId="{3C1C544F-4C0C-4E19-A3D2-C3E5175D7B4B}" sibTransId="{8EE144C8-20EA-43DA-B048-41CEE06807BC}"/>
    <dgm:cxn modelId="{D650DBE2-29C0-4348-8B10-96D81ACF5D96}" type="presOf" srcId="{774F1347-6B60-4D35-8D07-8FB557673839}" destId="{402214BC-6D01-4D6F-9052-CFD1D1370956}" srcOrd="0" destOrd="0" presId="urn:microsoft.com/office/officeart/2005/8/layout/hList1"/>
    <dgm:cxn modelId="{99D25193-E946-4DE0-8F81-58CF56541F10}" type="presOf" srcId="{E48D0B40-6841-46C6-82AB-41A1F9936E49}" destId="{DE65B54D-BB89-4898-B770-68834B90CB27}" srcOrd="0" destOrd="1" presId="urn:microsoft.com/office/officeart/2005/8/layout/hList1"/>
    <dgm:cxn modelId="{85E31262-A69D-46CB-B5FF-16DF737BED86}" type="presOf" srcId="{235ACD8B-1CC3-4E38-BF74-78FC14540A06}" destId="{DE65B54D-BB89-4898-B770-68834B90CB27}" srcOrd="0" destOrd="2" presId="urn:microsoft.com/office/officeart/2005/8/layout/hList1"/>
    <dgm:cxn modelId="{24836079-9FDA-4F84-9291-518671EE6E30}" srcId="{425AB2E9-3568-4939-AD20-F42726F09D02}" destId="{2F8ECEAC-FAA3-4503-A169-57F41A503807}" srcOrd="2" destOrd="0" parTransId="{ACAA3BC8-2CDA-42A5-8DD6-5A948ACC6FCF}" sibTransId="{61A568BF-D1AB-4345-9CA7-878468CAA9E0}"/>
    <dgm:cxn modelId="{6D5CA306-BCB9-4A62-89E7-A89E97914AD1}" srcId="{0EBB0AFD-33F9-4493-9751-298AE05E7681}" destId="{774F1347-6B60-4D35-8D07-8FB557673839}" srcOrd="0" destOrd="0" parTransId="{605F2F74-391A-4EF7-A972-51339FCCD318}" sibTransId="{0EDADBDB-FE36-4E58-944C-8C76E5E4125B}"/>
    <dgm:cxn modelId="{1FDFCCE9-DB9E-4693-9C17-5686E2607944}" srcId="{4640F6E6-EF32-4372-9B3B-2FFD48F9CB5C}" destId="{EB55A515-285A-414D-9AF5-87C6DB145D21}" srcOrd="2" destOrd="0" parTransId="{B3D0A8BE-2E75-4987-8BE8-3C46E86643D2}" sibTransId="{7084543C-4A5D-4226-830A-90B0D532AEF3}"/>
    <dgm:cxn modelId="{12E1A9E1-0E2B-4599-8D03-2A69A1547115}" type="presOf" srcId="{425AB2E9-3568-4939-AD20-F42726F09D02}" destId="{4351CFC8-37EC-494B-A841-287649776134}" srcOrd="0" destOrd="0" presId="urn:microsoft.com/office/officeart/2005/8/layout/hList1"/>
    <dgm:cxn modelId="{AE41C4D7-1708-49AF-AE4A-683C8CF513D4}" type="presParOf" srcId="{4351CFC8-37EC-494B-A841-287649776134}" destId="{70E9962D-05C5-4F85-A473-03B50B9C6416}" srcOrd="0" destOrd="0" presId="urn:microsoft.com/office/officeart/2005/8/layout/hList1"/>
    <dgm:cxn modelId="{54821AC3-B761-4DE3-A299-35C839B48BE7}" type="presParOf" srcId="{70E9962D-05C5-4F85-A473-03B50B9C6416}" destId="{B8C15370-9E21-4343-A577-4985C41A0B6E}" srcOrd="0" destOrd="0" presId="urn:microsoft.com/office/officeart/2005/8/layout/hList1"/>
    <dgm:cxn modelId="{3935A46C-E062-4151-BCBD-56617280633D}" type="presParOf" srcId="{70E9962D-05C5-4F85-A473-03B50B9C6416}" destId="{DE65B54D-BB89-4898-B770-68834B90CB27}" srcOrd="1" destOrd="0" presId="urn:microsoft.com/office/officeart/2005/8/layout/hList1"/>
    <dgm:cxn modelId="{0A12C62A-0CDE-440C-8EAB-E415EF2E4EAF}" type="presParOf" srcId="{4351CFC8-37EC-494B-A841-287649776134}" destId="{A7E2C66E-7169-4E42-A713-6528CC71DD9D}" srcOrd="1" destOrd="0" presId="urn:microsoft.com/office/officeart/2005/8/layout/hList1"/>
    <dgm:cxn modelId="{54851ACF-12A9-4433-874C-444142834581}" type="presParOf" srcId="{4351CFC8-37EC-494B-A841-287649776134}" destId="{C25D5A66-A92F-4D7D-A84B-534F27779317}" srcOrd="2" destOrd="0" presId="urn:microsoft.com/office/officeart/2005/8/layout/hList1"/>
    <dgm:cxn modelId="{868B21E6-351E-4088-8823-CA0673B273DE}" type="presParOf" srcId="{C25D5A66-A92F-4D7D-A84B-534F27779317}" destId="{E01B3154-0666-4584-9FC4-432DE00CC402}" srcOrd="0" destOrd="0" presId="urn:microsoft.com/office/officeart/2005/8/layout/hList1"/>
    <dgm:cxn modelId="{91B14886-054D-49EB-AF4F-06F73F4E851C}" type="presParOf" srcId="{C25D5A66-A92F-4D7D-A84B-534F27779317}" destId="{6EC96761-7A7E-46B1-9A31-B92F49834D5A}" srcOrd="1" destOrd="0" presId="urn:microsoft.com/office/officeart/2005/8/layout/hList1"/>
    <dgm:cxn modelId="{68DB7211-B7EA-4286-B920-F0E227605505}" type="presParOf" srcId="{4351CFC8-37EC-494B-A841-287649776134}" destId="{D004D87C-D390-4BAA-B20D-69AF97599BD7}" srcOrd="3" destOrd="0" presId="urn:microsoft.com/office/officeart/2005/8/layout/hList1"/>
    <dgm:cxn modelId="{10B5F44C-3CDA-48E6-B908-B6A9CE97492E}" type="presParOf" srcId="{4351CFC8-37EC-494B-A841-287649776134}" destId="{F9A125CB-F105-4A75-821B-0388D80248ED}" srcOrd="4" destOrd="0" presId="urn:microsoft.com/office/officeart/2005/8/layout/hList1"/>
    <dgm:cxn modelId="{82B6102B-62E6-40B9-9BD7-E73770A2464A}" type="presParOf" srcId="{F9A125CB-F105-4A75-821B-0388D80248ED}" destId="{64DD6D48-227C-4434-BED8-F49C9D4F4F7E}" srcOrd="0" destOrd="0" presId="urn:microsoft.com/office/officeart/2005/8/layout/hList1"/>
    <dgm:cxn modelId="{5D5C143C-31FC-4B5B-97EA-AB78A00ACAA1}" type="presParOf" srcId="{F9A125CB-F105-4A75-821B-0388D80248ED}" destId="{98860936-C475-4184-9A9D-2F4B5D8B0BC7}" srcOrd="1" destOrd="0" presId="urn:microsoft.com/office/officeart/2005/8/layout/hList1"/>
    <dgm:cxn modelId="{6A6442D4-D2A5-468A-8B0B-3DE73D47C290}" type="presParOf" srcId="{4351CFC8-37EC-494B-A841-287649776134}" destId="{6A175937-C75E-4122-9FE0-99B20ACB1D65}" srcOrd="5" destOrd="0" presId="urn:microsoft.com/office/officeart/2005/8/layout/hList1"/>
    <dgm:cxn modelId="{E777516D-25EB-45DC-A089-3A9490432ED4}" type="presParOf" srcId="{4351CFC8-37EC-494B-A841-287649776134}" destId="{FDC42D9C-27AE-4637-B95E-07A904F7ECC2}" srcOrd="6" destOrd="0" presId="urn:microsoft.com/office/officeart/2005/8/layout/hList1"/>
    <dgm:cxn modelId="{59441DCB-D3AC-4E51-8445-F7CC8E2C55BB}" type="presParOf" srcId="{FDC42D9C-27AE-4637-B95E-07A904F7ECC2}" destId="{189EFE9E-2734-4851-A89E-62ED042DC806}" srcOrd="0" destOrd="0" presId="urn:microsoft.com/office/officeart/2005/8/layout/hList1"/>
    <dgm:cxn modelId="{4A63A9C0-4E0E-46EA-B043-6D845DE4796F}" type="presParOf" srcId="{FDC42D9C-27AE-4637-B95E-07A904F7ECC2}" destId="{402214BC-6D01-4D6F-9052-CFD1D137095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C15370-9E21-4343-A577-4985C41A0B6E}">
      <dsp:nvSpPr>
        <dsp:cNvPr id="0" name=""/>
        <dsp:cNvSpPr/>
      </dsp:nvSpPr>
      <dsp:spPr>
        <a:xfrm>
          <a:off x="2" y="8618"/>
          <a:ext cx="833919" cy="3335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32512" rIns="56896" bIns="32512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Identifying the HDM-Sentry Inputs</a:t>
          </a:r>
          <a:endParaRPr lang="en-US" sz="800" kern="1200" dirty="0"/>
        </a:p>
      </dsp:txBody>
      <dsp:txXfrm>
        <a:off x="2" y="8618"/>
        <a:ext cx="833919" cy="333567"/>
      </dsp:txXfrm>
    </dsp:sp>
    <dsp:sp modelId="{DE65B54D-BB89-4898-B770-68834B90CB27}">
      <dsp:nvSpPr>
        <dsp:cNvPr id="0" name=""/>
        <dsp:cNvSpPr/>
      </dsp:nvSpPr>
      <dsp:spPr>
        <a:xfrm>
          <a:off x="15413" y="352866"/>
          <a:ext cx="833919" cy="1756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just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 smtClean="0"/>
            <a:t>Four main inputs to HDM-Sentry were considered</a:t>
          </a:r>
          <a:endParaRPr lang="en-US" sz="900" kern="1200" dirty="0"/>
        </a:p>
        <a:p>
          <a:pPr marL="114300" lvl="2" indent="-57150" algn="just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b="0" kern="1200" dirty="0" smtClean="0"/>
            <a:t>Traffic Volume</a:t>
          </a:r>
          <a:endParaRPr lang="en-US" sz="900" b="0" kern="1200" dirty="0"/>
        </a:p>
        <a:p>
          <a:pPr marL="114300" lvl="2" indent="-57150" algn="just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b="0" kern="1200" dirty="0" smtClean="0"/>
            <a:t>Traffic Growth</a:t>
          </a:r>
          <a:endParaRPr lang="en-US" sz="900" b="0" kern="1200" dirty="0"/>
        </a:p>
        <a:p>
          <a:pPr marL="114300" lvl="2" indent="-57150" algn="just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b="0" kern="1200" dirty="0" smtClean="0"/>
            <a:t>Initial road Condition</a:t>
          </a:r>
          <a:endParaRPr lang="en-US" sz="900" b="0" kern="1200" dirty="0"/>
        </a:p>
        <a:p>
          <a:pPr marL="114300" lvl="2" indent="-57150" algn="just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b="0" kern="1200" dirty="0" smtClean="0"/>
            <a:t>Geometry</a:t>
          </a:r>
          <a:endParaRPr lang="en-US" sz="900" b="0" kern="1200" dirty="0"/>
        </a:p>
      </dsp:txBody>
      <dsp:txXfrm>
        <a:off x="15413" y="352866"/>
        <a:ext cx="833919" cy="1756800"/>
      </dsp:txXfrm>
    </dsp:sp>
    <dsp:sp modelId="{E01B3154-0666-4584-9FC4-432DE00CC402}">
      <dsp:nvSpPr>
        <dsp:cNvPr id="0" name=""/>
        <dsp:cNvSpPr/>
      </dsp:nvSpPr>
      <dsp:spPr>
        <a:xfrm>
          <a:off x="951529" y="8618"/>
          <a:ext cx="833919" cy="3335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32512" rIns="56896" bIns="32512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Full Factorial Experiment Design</a:t>
          </a:r>
          <a:endParaRPr lang="en-US" sz="800" kern="1200" dirty="0"/>
        </a:p>
      </dsp:txBody>
      <dsp:txXfrm>
        <a:off x="951529" y="8618"/>
        <a:ext cx="833919" cy="333567"/>
      </dsp:txXfrm>
    </dsp:sp>
    <dsp:sp modelId="{6EC96761-7A7E-46B1-9A31-B92F49834D5A}">
      <dsp:nvSpPr>
        <dsp:cNvPr id="0" name=""/>
        <dsp:cNvSpPr/>
      </dsp:nvSpPr>
      <dsp:spPr>
        <a:xfrm>
          <a:off x="966081" y="352866"/>
          <a:ext cx="833919" cy="1756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just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 smtClean="0"/>
            <a:t>All levels of each variable combined with all levels of all the other variables and results recorded</a:t>
          </a:r>
          <a:endParaRPr lang="en-US" sz="900" kern="1200" dirty="0"/>
        </a:p>
        <a:p>
          <a:pPr marL="57150" lvl="1" indent="-57150" algn="just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 smtClean="0"/>
            <a:t>All levels run in HDM-Sentry </a:t>
          </a:r>
          <a:endParaRPr lang="en-US" sz="900" kern="1200" dirty="0"/>
        </a:p>
      </dsp:txBody>
      <dsp:txXfrm>
        <a:off x="966081" y="352866"/>
        <a:ext cx="833919" cy="1756800"/>
      </dsp:txXfrm>
    </dsp:sp>
    <dsp:sp modelId="{64DD6D48-227C-4434-BED8-F49C9D4F4F7E}">
      <dsp:nvSpPr>
        <dsp:cNvPr id="0" name=""/>
        <dsp:cNvSpPr/>
      </dsp:nvSpPr>
      <dsp:spPr>
        <a:xfrm>
          <a:off x="1903056" y="8618"/>
          <a:ext cx="833919" cy="3335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32512" rIns="56896" bIns="32512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Sensitivity Analysis</a:t>
          </a:r>
          <a:endParaRPr lang="en-US" sz="800" kern="1200" dirty="0"/>
        </a:p>
      </dsp:txBody>
      <dsp:txXfrm>
        <a:off x="1903056" y="8618"/>
        <a:ext cx="833919" cy="333567"/>
      </dsp:txXfrm>
    </dsp:sp>
    <dsp:sp modelId="{98860936-C475-4184-9A9D-2F4B5D8B0BC7}">
      <dsp:nvSpPr>
        <dsp:cNvPr id="0" name=""/>
        <dsp:cNvSpPr/>
      </dsp:nvSpPr>
      <dsp:spPr>
        <a:xfrm>
          <a:off x="1916749" y="352866"/>
          <a:ext cx="833919" cy="1756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just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 smtClean="0"/>
            <a:t>Sensitivity analysis of NPV and average IRI in relation to the high level inputs</a:t>
          </a:r>
          <a:endParaRPr lang="en-US" sz="900" kern="1200" dirty="0"/>
        </a:p>
      </dsp:txBody>
      <dsp:txXfrm>
        <a:off x="1916749" y="352866"/>
        <a:ext cx="833919" cy="1756800"/>
      </dsp:txXfrm>
    </dsp:sp>
    <dsp:sp modelId="{189EFE9E-2734-4851-A89E-62ED042DC806}">
      <dsp:nvSpPr>
        <dsp:cNvPr id="0" name=""/>
        <dsp:cNvSpPr/>
      </dsp:nvSpPr>
      <dsp:spPr>
        <a:xfrm>
          <a:off x="2854775" y="0"/>
          <a:ext cx="833919" cy="3335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32512" rIns="56896" bIns="32512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Comparison to real network</a:t>
          </a:r>
          <a:endParaRPr lang="en-US" sz="800" kern="1200" dirty="0"/>
        </a:p>
      </dsp:txBody>
      <dsp:txXfrm>
        <a:off x="2854775" y="0"/>
        <a:ext cx="833919" cy="333567"/>
      </dsp:txXfrm>
    </dsp:sp>
    <dsp:sp modelId="{402214BC-6D01-4D6F-9052-CFD1D1370956}">
      <dsp:nvSpPr>
        <dsp:cNvPr id="0" name=""/>
        <dsp:cNvSpPr/>
      </dsp:nvSpPr>
      <dsp:spPr>
        <a:xfrm>
          <a:off x="2854777" y="352268"/>
          <a:ext cx="833919" cy="1756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just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 smtClean="0"/>
            <a:t>High level inputs compared to the actual inputs from a real road network from Uganda National roads Authority (UNRA)</a:t>
          </a:r>
          <a:endParaRPr lang="en-US" sz="900" kern="1200" dirty="0"/>
        </a:p>
      </dsp:txBody>
      <dsp:txXfrm>
        <a:off x="2854777" y="352268"/>
        <a:ext cx="833919" cy="1756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F1C0B079-A316-4C9B-B165-DF9EA8325D2C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6BA0EAE6-B4B6-49B7-9049-B371250BE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663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8F28AB8-57D1-494F-9851-055AD867E790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37C7F044-5458-4B2E-BFA0-52AAA1C52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08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66573" rtl="0" eaLnBrk="1" latinLnBrk="0" hangingPunct="1">
      <a:defRPr sz="350" kern="1200">
        <a:solidFill>
          <a:schemeClr val="tx1"/>
        </a:solidFill>
        <a:latin typeface="+mn-lt"/>
        <a:ea typeface="+mn-ea"/>
        <a:cs typeface="+mn-cs"/>
      </a:defRPr>
    </a:lvl1pPr>
    <a:lvl2pPr marL="133287" algn="l" defTabSz="266573" rtl="0" eaLnBrk="1" latinLnBrk="0" hangingPunct="1">
      <a:defRPr sz="350" kern="1200">
        <a:solidFill>
          <a:schemeClr val="tx1"/>
        </a:solidFill>
        <a:latin typeface="+mn-lt"/>
        <a:ea typeface="+mn-ea"/>
        <a:cs typeface="+mn-cs"/>
      </a:defRPr>
    </a:lvl2pPr>
    <a:lvl3pPr marL="266573" algn="l" defTabSz="266573" rtl="0" eaLnBrk="1" latinLnBrk="0" hangingPunct="1">
      <a:defRPr sz="350" kern="1200">
        <a:solidFill>
          <a:schemeClr val="tx1"/>
        </a:solidFill>
        <a:latin typeface="+mn-lt"/>
        <a:ea typeface="+mn-ea"/>
        <a:cs typeface="+mn-cs"/>
      </a:defRPr>
    </a:lvl3pPr>
    <a:lvl4pPr marL="399859" algn="l" defTabSz="266573" rtl="0" eaLnBrk="1" latinLnBrk="0" hangingPunct="1">
      <a:defRPr sz="350" kern="1200">
        <a:solidFill>
          <a:schemeClr val="tx1"/>
        </a:solidFill>
        <a:latin typeface="+mn-lt"/>
        <a:ea typeface="+mn-ea"/>
        <a:cs typeface="+mn-cs"/>
      </a:defRPr>
    </a:lvl4pPr>
    <a:lvl5pPr marL="533145" algn="l" defTabSz="266573" rtl="0" eaLnBrk="1" latinLnBrk="0" hangingPunct="1">
      <a:defRPr sz="350" kern="1200">
        <a:solidFill>
          <a:schemeClr val="tx1"/>
        </a:solidFill>
        <a:latin typeface="+mn-lt"/>
        <a:ea typeface="+mn-ea"/>
        <a:cs typeface="+mn-cs"/>
      </a:defRPr>
    </a:lvl5pPr>
    <a:lvl6pPr marL="666432" algn="l" defTabSz="266573" rtl="0" eaLnBrk="1" latinLnBrk="0" hangingPunct="1">
      <a:defRPr sz="350" kern="1200">
        <a:solidFill>
          <a:schemeClr val="tx1"/>
        </a:solidFill>
        <a:latin typeface="+mn-lt"/>
        <a:ea typeface="+mn-ea"/>
        <a:cs typeface="+mn-cs"/>
      </a:defRPr>
    </a:lvl6pPr>
    <a:lvl7pPr marL="799717" algn="l" defTabSz="266573" rtl="0" eaLnBrk="1" latinLnBrk="0" hangingPunct="1">
      <a:defRPr sz="350" kern="1200">
        <a:solidFill>
          <a:schemeClr val="tx1"/>
        </a:solidFill>
        <a:latin typeface="+mn-lt"/>
        <a:ea typeface="+mn-ea"/>
        <a:cs typeface="+mn-cs"/>
      </a:defRPr>
    </a:lvl7pPr>
    <a:lvl8pPr marL="933004" algn="l" defTabSz="266573" rtl="0" eaLnBrk="1" latinLnBrk="0" hangingPunct="1">
      <a:defRPr sz="350" kern="1200">
        <a:solidFill>
          <a:schemeClr val="tx1"/>
        </a:solidFill>
        <a:latin typeface="+mn-lt"/>
        <a:ea typeface="+mn-ea"/>
        <a:cs typeface="+mn-cs"/>
      </a:defRPr>
    </a:lvl8pPr>
    <a:lvl9pPr marL="1066290" algn="l" defTabSz="266573" rtl="0" eaLnBrk="1" latinLnBrk="0" hangingPunct="1">
      <a:defRPr sz="3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nstructions"/>
          <p:cNvSpPr/>
          <p:nvPr userDrawn="1"/>
        </p:nvSpPr>
        <p:spPr>
          <a:xfrm>
            <a:off x="12921615" y="0"/>
            <a:ext cx="3630454" cy="9601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010" rIns="80010" rtlCol="0" anchor="t"/>
          <a:lstStyle/>
          <a:p>
            <a:pPr lvl="0">
              <a:spcBef>
                <a:spcPts val="350"/>
              </a:spcBef>
            </a:pPr>
            <a:r>
              <a:rPr sz="28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Printing:</a:t>
            </a:r>
          </a:p>
          <a:p>
            <a:pPr lvl="0">
              <a:spcBef>
                <a:spcPts val="350"/>
              </a:spcBef>
            </a:pPr>
            <a:r>
              <a:rPr lang="en-US" sz="1925" dirty="0" smtClean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This poster is 48” wide by 36” high. It’s designed to be printed on a large-format printer.</a:t>
            </a:r>
          </a:p>
          <a:p>
            <a:pPr lvl="0">
              <a:spcBef>
                <a:spcPts val="88"/>
              </a:spcBef>
            </a:pPr>
            <a:endParaRPr sz="1750" dirty="0">
              <a:solidFill>
                <a:prstClr val="white">
                  <a:lumMod val="50000"/>
                </a:prstClr>
              </a:solidFill>
              <a:latin typeface="Calibri Light" panose="020F0302020204030204" pitchFamily="34" charset="0"/>
              <a:cs typeface="Calibri" panose="020F0502020204030204" pitchFamily="34" charset="0"/>
            </a:endParaRPr>
          </a:p>
          <a:p>
            <a:pPr lvl="0">
              <a:spcBef>
                <a:spcPts val="350"/>
              </a:spcBef>
            </a:pPr>
            <a:r>
              <a:rPr sz="2567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Customizing the Content:</a:t>
            </a:r>
          </a:p>
          <a:p>
            <a:pPr lvl="0">
              <a:spcBef>
                <a:spcPts val="350"/>
              </a:spcBef>
            </a:pPr>
            <a:r>
              <a:rPr sz="1925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The placeholders in this </a:t>
            </a:r>
            <a:r>
              <a:rPr lang="en-US" sz="1925" dirty="0" smtClean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poster </a:t>
            </a:r>
            <a:r>
              <a:rPr sz="1925" dirty="0" smtClean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are </a:t>
            </a:r>
            <a:r>
              <a:rPr sz="1925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formatted for you. </a:t>
            </a:r>
            <a:r>
              <a:rPr lang="en-US" sz="1925" dirty="0" smtClean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Type</a:t>
            </a:r>
            <a:r>
              <a:rPr lang="en-US" sz="1925" baseline="0" dirty="0" smtClean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 in the placeholders </a:t>
            </a:r>
            <a:r>
              <a:rPr lang="en-US" sz="1925" dirty="0" smtClean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to add text, or c</a:t>
            </a:r>
            <a:r>
              <a:rPr lang="en-US" sz="1925" baseline="0" dirty="0" smtClean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lick an icon to add a table, chart, SmartArt graphic, picture or multimedia file.</a:t>
            </a:r>
          </a:p>
          <a:p>
            <a:pPr lvl="0">
              <a:spcBef>
                <a:spcPts val="700"/>
              </a:spcBef>
            </a:pPr>
            <a:r>
              <a:rPr lang="en-US" sz="1925" dirty="0" smtClean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</a:t>
            </a:r>
            <a:r>
              <a:rPr sz="1925" dirty="0" smtClean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o </a:t>
            </a:r>
            <a:r>
              <a:rPr sz="1925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add or remove bullet points from text, </a:t>
            </a:r>
            <a:r>
              <a:rPr sz="1925" dirty="0" smtClean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click </a:t>
            </a:r>
            <a:r>
              <a:rPr sz="1925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the Bullets button on the Home tab.</a:t>
            </a:r>
          </a:p>
          <a:p>
            <a:pPr lvl="0">
              <a:spcBef>
                <a:spcPts val="700"/>
              </a:spcBef>
            </a:pPr>
            <a:r>
              <a:rPr sz="1925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If you need more placeholders for titles, </a:t>
            </a:r>
            <a:r>
              <a:rPr lang="en-US" sz="1925" dirty="0" smtClean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content</a:t>
            </a:r>
            <a:r>
              <a:rPr sz="1925" dirty="0" smtClean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 </a:t>
            </a:r>
            <a:r>
              <a:rPr sz="1925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or body text, </a:t>
            </a:r>
            <a:r>
              <a:rPr sz="1925" dirty="0" smtClean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make </a:t>
            </a:r>
            <a:r>
              <a:rPr sz="1925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a copy of what you need and drag it into place. PowerPoint’s Smart Guides will help you align it with everything else.</a:t>
            </a:r>
          </a:p>
          <a:p>
            <a:pPr lvl="0">
              <a:spcBef>
                <a:spcPts val="700"/>
              </a:spcBef>
            </a:pPr>
            <a:r>
              <a:rPr sz="1925" dirty="0" smtClean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Want to use your own picture</a:t>
            </a:r>
            <a:r>
              <a:rPr lang="en-US" sz="1925" dirty="0" smtClean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s</a:t>
            </a:r>
            <a:r>
              <a:rPr sz="1925" dirty="0" smtClean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 instead of ours? No problem!</a:t>
            </a:r>
            <a:r>
              <a:rPr lang="en-US" sz="1925" dirty="0" smtClean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 Just click a picture, press the Delete key, then click the icon to add your picture.</a:t>
            </a:r>
            <a:endParaRPr sz="1925" dirty="0">
              <a:solidFill>
                <a:prstClr val="white">
                  <a:lumMod val="50000"/>
                </a:prstClr>
              </a:solidFill>
              <a:latin typeface="Calibri Light" panose="020F03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1" name="Text Placeholder 6"/>
          <p:cNvSpPr>
            <a:spLocks noGrp="1"/>
          </p:cNvSpPr>
          <p:nvPr>
            <p:ph type="body" sz="quarter" idx="36"/>
          </p:nvPr>
        </p:nvSpPr>
        <p:spPr bwMode="auto">
          <a:xfrm>
            <a:off x="337820" y="1194056"/>
            <a:ext cx="8800870" cy="188513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 marL="0" indent="0">
              <a:spcBef>
                <a:spcPts val="0"/>
              </a:spcBef>
              <a:buNone/>
              <a:defRPr sz="7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7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7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7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7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7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7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7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3375" y="1653540"/>
            <a:ext cx="3733800" cy="37338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75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9" hasCustomPrompt="1"/>
          </p:nvPr>
        </p:nvSpPr>
        <p:spPr bwMode="ltGray">
          <a:xfrm>
            <a:off x="333375" y="2074927"/>
            <a:ext cx="3733800" cy="797001"/>
          </a:xfrm>
          <a:solidFill>
            <a:schemeClr val="tx2">
              <a:lumMod val="10000"/>
              <a:lumOff val="90000"/>
            </a:schemeClr>
          </a:solidFill>
        </p:spPr>
        <p:txBody>
          <a:bodyPr lIns="365760" rIns="365760" anchor="ctr">
            <a:noAutofit/>
          </a:bodyPr>
          <a:lstStyle>
            <a:lvl1pPr marL="0" indent="0">
              <a:spcBef>
                <a:spcPts val="350"/>
              </a:spcBef>
              <a:buFont typeface="Arial" panose="020B0604020202020204" pitchFamily="34" charset="0"/>
              <a:buNone/>
              <a:defRPr sz="1283" baseline="0"/>
            </a:lvl1pPr>
            <a:lvl2pPr marL="166728" indent="-166728">
              <a:spcBef>
                <a:spcPts val="350"/>
              </a:spcBef>
              <a:buFont typeface="Arial" panose="020B0604020202020204" pitchFamily="34" charset="0"/>
              <a:buChar char="•"/>
              <a:defRPr sz="1283"/>
            </a:lvl2pPr>
            <a:lvl3pPr marL="166728" indent="-166728">
              <a:spcBef>
                <a:spcPts val="350"/>
              </a:spcBef>
              <a:buFont typeface="Arial" panose="020B0604020202020204" pitchFamily="34" charset="0"/>
              <a:buChar char="•"/>
              <a:defRPr sz="1283"/>
            </a:lvl3pPr>
            <a:lvl4pPr marL="0" indent="0">
              <a:spcBef>
                <a:spcPts val="350"/>
              </a:spcBef>
              <a:buNone/>
              <a:defRPr sz="1283"/>
            </a:lvl4pPr>
            <a:lvl5pPr marL="0" indent="0">
              <a:spcBef>
                <a:spcPts val="350"/>
              </a:spcBef>
              <a:buNone/>
              <a:defRPr sz="1283"/>
            </a:lvl5pPr>
            <a:lvl6pPr marL="0" indent="0">
              <a:spcBef>
                <a:spcPts val="350"/>
              </a:spcBef>
              <a:buNone/>
              <a:defRPr sz="1283"/>
            </a:lvl6pPr>
            <a:lvl7pPr marL="0" indent="0">
              <a:spcBef>
                <a:spcPts val="350"/>
              </a:spcBef>
              <a:buNone/>
              <a:defRPr sz="1283"/>
            </a:lvl7pPr>
            <a:lvl8pPr marL="0" indent="0">
              <a:spcBef>
                <a:spcPts val="350"/>
              </a:spcBef>
              <a:buNone/>
              <a:defRPr sz="1283"/>
            </a:lvl8pPr>
            <a:lvl9pPr marL="0" indent="0">
              <a:spcBef>
                <a:spcPts val="350"/>
              </a:spcBef>
              <a:buNone/>
              <a:defRPr sz="1283"/>
            </a:lvl9pPr>
          </a:lstStyle>
          <a:p>
            <a:pPr lvl="0"/>
            <a:r>
              <a:rPr lang="en-US" dirty="0" smtClean="0"/>
              <a:t>Type your question or a statement of the problem here</a:t>
            </a:r>
            <a:endParaRPr lang="en-US" dirty="0"/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37" hasCustomPrompt="1"/>
          </p:nvPr>
        </p:nvSpPr>
        <p:spPr>
          <a:xfrm>
            <a:off x="333375" y="3061716"/>
            <a:ext cx="3733800" cy="37338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75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37" name="Content Placeholder 17"/>
          <p:cNvSpPr>
            <a:spLocks noGrp="1"/>
          </p:cNvSpPr>
          <p:nvPr>
            <p:ph sz="quarter" idx="38" hasCustomPrompt="1"/>
          </p:nvPr>
        </p:nvSpPr>
        <p:spPr>
          <a:xfrm>
            <a:off x="333375" y="3461766"/>
            <a:ext cx="3733800" cy="818856"/>
          </a:xfrm>
        </p:spPr>
        <p:txBody>
          <a:bodyPr lIns="91440" tIns="182880"/>
          <a:lstStyle>
            <a:lvl1pPr>
              <a:defRPr sz="933" baseline="0"/>
            </a:lvl1pPr>
            <a:lvl2pPr>
              <a:defRPr sz="817"/>
            </a:lvl2pPr>
            <a:lvl3pPr>
              <a:defRPr sz="817"/>
            </a:lvl3pPr>
            <a:lvl4pPr>
              <a:defRPr sz="817"/>
            </a:lvl4pPr>
            <a:lvl5pPr>
              <a:defRPr sz="817"/>
            </a:lvl5pPr>
            <a:lvl6pPr>
              <a:defRPr sz="817"/>
            </a:lvl6pPr>
            <a:lvl7pPr>
              <a:defRPr sz="817"/>
            </a:lvl7pPr>
            <a:lvl8pPr>
              <a:defRPr sz="817"/>
            </a:lvl8pPr>
            <a:lvl9pPr>
              <a:defRPr sz="817"/>
            </a:lvl9pPr>
          </a:lstStyle>
          <a:p>
            <a:pPr lvl="0"/>
            <a:r>
              <a:rPr lang="en-US" dirty="0" smtClean="0"/>
              <a:t>Use this placeholder to add text or other content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333375" y="4360545"/>
            <a:ext cx="3733800" cy="3556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75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20" name="Content Placeholder 17"/>
          <p:cNvSpPr>
            <a:spLocks noGrp="1"/>
          </p:cNvSpPr>
          <p:nvPr>
            <p:ph sz="quarter" idx="25" hasCustomPrompt="1"/>
          </p:nvPr>
        </p:nvSpPr>
        <p:spPr>
          <a:xfrm>
            <a:off x="333375" y="4795267"/>
            <a:ext cx="3733800" cy="1758009"/>
          </a:xfrm>
        </p:spPr>
        <p:txBody>
          <a:bodyPr lIns="91440" tIns="182880"/>
          <a:lstStyle>
            <a:lvl1pPr>
              <a:defRPr sz="933" baseline="0"/>
            </a:lvl1pPr>
            <a:lvl2pPr>
              <a:defRPr sz="817"/>
            </a:lvl2pPr>
            <a:lvl3pPr>
              <a:defRPr sz="817"/>
            </a:lvl3pPr>
            <a:lvl4pPr>
              <a:defRPr sz="817"/>
            </a:lvl4pPr>
            <a:lvl5pPr>
              <a:defRPr sz="817"/>
            </a:lvl5pPr>
            <a:lvl6pPr>
              <a:defRPr sz="817"/>
            </a:lvl6pPr>
            <a:lvl7pPr>
              <a:defRPr sz="817"/>
            </a:lvl7pPr>
            <a:lvl8pPr>
              <a:defRPr sz="817"/>
            </a:lvl8pPr>
            <a:lvl9pPr>
              <a:defRPr sz="817"/>
            </a:lvl9pPr>
          </a:lstStyle>
          <a:p>
            <a:pPr lvl="0"/>
            <a:r>
              <a:rPr lang="en-US" dirty="0" smtClean="0"/>
              <a:t>Use this placeholder to add text or other content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</a:t>
            </a:r>
          </a:p>
          <a:p>
            <a:pPr lvl="6"/>
            <a:r>
              <a:rPr lang="en-US" dirty="0" smtClean="0"/>
              <a:t>Seven</a:t>
            </a:r>
          </a:p>
          <a:p>
            <a:pPr lvl="7"/>
            <a:r>
              <a:rPr lang="en-US" dirty="0" smtClean="0"/>
              <a:t>Eight</a:t>
            </a:r>
          </a:p>
          <a:p>
            <a:pPr lvl="8"/>
            <a:r>
              <a:rPr lang="en-US" dirty="0" smtClean="0"/>
              <a:t>Nine</a:t>
            </a:r>
            <a:endParaRPr lang="en-US" dirty="0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333375" y="6675501"/>
            <a:ext cx="3733800" cy="3556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75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21" name="Content Placeholder 17"/>
          <p:cNvSpPr>
            <a:spLocks noGrp="1"/>
          </p:cNvSpPr>
          <p:nvPr>
            <p:ph sz="quarter" idx="26" hasCustomPrompt="1"/>
          </p:nvPr>
        </p:nvSpPr>
        <p:spPr>
          <a:xfrm>
            <a:off x="333375" y="7096887"/>
            <a:ext cx="3733800" cy="2128266"/>
          </a:xfrm>
        </p:spPr>
        <p:txBody>
          <a:bodyPr lIns="91440" tIns="182880"/>
          <a:lstStyle>
            <a:lvl1pPr>
              <a:defRPr sz="933" baseline="0"/>
            </a:lvl1pPr>
            <a:lvl2pPr>
              <a:defRPr sz="817"/>
            </a:lvl2pPr>
            <a:lvl3pPr>
              <a:defRPr sz="817"/>
            </a:lvl3pPr>
            <a:lvl4pPr>
              <a:defRPr sz="817"/>
            </a:lvl4pPr>
            <a:lvl5pPr>
              <a:defRPr sz="817"/>
            </a:lvl5pPr>
            <a:lvl6pPr>
              <a:defRPr sz="817"/>
            </a:lvl6pPr>
            <a:lvl7pPr>
              <a:defRPr sz="817"/>
            </a:lvl7pPr>
            <a:lvl8pPr>
              <a:defRPr sz="817"/>
            </a:lvl8pPr>
            <a:lvl9pPr>
              <a:defRPr sz="817"/>
            </a:lvl9pPr>
          </a:lstStyle>
          <a:p>
            <a:pPr lvl="0"/>
            <a:r>
              <a:rPr lang="en-US" dirty="0" smtClean="0"/>
              <a:t>Use this placeholder to add text or other content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</a:t>
            </a:r>
          </a:p>
          <a:p>
            <a:pPr lvl="6"/>
            <a:r>
              <a:rPr lang="en-US" dirty="0" smtClean="0"/>
              <a:t>Seven</a:t>
            </a:r>
          </a:p>
          <a:p>
            <a:pPr lvl="7"/>
            <a:r>
              <a:rPr lang="en-US" dirty="0" smtClean="0"/>
              <a:t>Eight</a:t>
            </a:r>
          </a:p>
          <a:p>
            <a:pPr lvl="8"/>
            <a:r>
              <a:rPr lang="en-US" dirty="0" smtClean="0"/>
              <a:t>Nine</a:t>
            </a:r>
            <a:endParaRPr lang="en-US" dirty="0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4533900" y="1653540"/>
            <a:ext cx="3733800" cy="3556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75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22" name="Content Placeholder 17"/>
          <p:cNvSpPr>
            <a:spLocks noGrp="1"/>
          </p:cNvSpPr>
          <p:nvPr>
            <p:ph sz="quarter" idx="27" hasCustomPrompt="1"/>
          </p:nvPr>
        </p:nvSpPr>
        <p:spPr>
          <a:xfrm>
            <a:off x="4533900" y="2074927"/>
            <a:ext cx="3733800" cy="1982037"/>
          </a:xfrm>
        </p:spPr>
        <p:txBody>
          <a:bodyPr lIns="91440" tIns="182880"/>
          <a:lstStyle>
            <a:lvl1pPr>
              <a:defRPr sz="933" baseline="0"/>
            </a:lvl1pPr>
            <a:lvl2pPr>
              <a:defRPr sz="817"/>
            </a:lvl2pPr>
            <a:lvl3pPr>
              <a:defRPr sz="817"/>
            </a:lvl3pPr>
            <a:lvl4pPr>
              <a:defRPr sz="817"/>
            </a:lvl4pPr>
            <a:lvl5pPr>
              <a:defRPr sz="817"/>
            </a:lvl5pPr>
            <a:lvl6pPr>
              <a:defRPr sz="817"/>
            </a:lvl6pPr>
            <a:lvl7pPr>
              <a:defRPr sz="817"/>
            </a:lvl7pPr>
            <a:lvl8pPr>
              <a:defRPr sz="817"/>
            </a:lvl8pPr>
            <a:lvl9pPr>
              <a:defRPr sz="817"/>
            </a:lvl9pPr>
          </a:lstStyle>
          <a:p>
            <a:pPr lvl="0"/>
            <a:r>
              <a:rPr lang="en-US" dirty="0" smtClean="0"/>
              <a:t>Use this placeholder to add text or other content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</a:t>
            </a:r>
          </a:p>
          <a:p>
            <a:pPr lvl="6"/>
            <a:r>
              <a:rPr lang="en-US" dirty="0" smtClean="0"/>
              <a:t>Seven</a:t>
            </a:r>
          </a:p>
          <a:p>
            <a:pPr lvl="7"/>
            <a:r>
              <a:rPr lang="en-US" dirty="0" smtClean="0"/>
              <a:t>Eight</a:t>
            </a:r>
          </a:p>
          <a:p>
            <a:pPr lvl="8"/>
            <a:r>
              <a:rPr lang="en-US" dirty="0" smtClean="0"/>
              <a:t>Nine</a:t>
            </a:r>
            <a:endParaRPr lang="en-US" dirty="0"/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40" hasCustomPrompt="1"/>
          </p:nvPr>
        </p:nvSpPr>
        <p:spPr>
          <a:xfrm>
            <a:off x="4533900" y="4179189"/>
            <a:ext cx="3733800" cy="3556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75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23" hasCustomPrompt="1"/>
          </p:nvPr>
        </p:nvSpPr>
        <p:spPr>
          <a:xfrm>
            <a:off x="4533900" y="4600575"/>
            <a:ext cx="3733800" cy="1952700"/>
          </a:xfrm>
        </p:spPr>
        <p:txBody>
          <a:bodyPr lIns="91440" tIns="182880"/>
          <a:lstStyle>
            <a:lvl1pPr>
              <a:defRPr sz="933" baseline="0"/>
            </a:lvl1pPr>
            <a:lvl2pPr>
              <a:defRPr sz="817"/>
            </a:lvl2pPr>
            <a:lvl3pPr>
              <a:defRPr sz="817"/>
            </a:lvl3pPr>
            <a:lvl4pPr>
              <a:defRPr sz="817"/>
            </a:lvl4pPr>
            <a:lvl5pPr>
              <a:defRPr sz="817"/>
            </a:lvl5pPr>
            <a:lvl6pPr>
              <a:defRPr sz="817"/>
            </a:lvl6pPr>
            <a:lvl7pPr>
              <a:defRPr sz="817"/>
            </a:lvl7pPr>
            <a:lvl8pPr>
              <a:defRPr sz="817"/>
            </a:lvl8pPr>
            <a:lvl9pPr>
              <a:defRPr sz="817"/>
            </a:lvl9pPr>
          </a:lstStyle>
          <a:p>
            <a:pPr lvl="0"/>
            <a:r>
              <a:rPr lang="en-US" dirty="0" smtClean="0"/>
              <a:t>Use this placeholder to add text or other content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</a:t>
            </a:r>
          </a:p>
          <a:p>
            <a:pPr lvl="6"/>
            <a:r>
              <a:rPr lang="en-US" dirty="0" smtClean="0"/>
              <a:t>Seven</a:t>
            </a:r>
          </a:p>
          <a:p>
            <a:pPr lvl="7"/>
            <a:r>
              <a:rPr lang="en-US" dirty="0" smtClean="0"/>
              <a:t>Eight</a:t>
            </a:r>
          </a:p>
          <a:p>
            <a:pPr lvl="8"/>
            <a:r>
              <a:rPr lang="en-US" dirty="0" smtClean="0"/>
              <a:t>Nine</a:t>
            </a:r>
            <a:endParaRPr lang="en-US" dirty="0"/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4533900" y="6675501"/>
            <a:ext cx="3733800" cy="3556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75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25" name="Content Placeholder 17"/>
          <p:cNvSpPr>
            <a:spLocks noGrp="1"/>
          </p:cNvSpPr>
          <p:nvPr>
            <p:ph sz="quarter" idx="30" hasCustomPrompt="1"/>
          </p:nvPr>
        </p:nvSpPr>
        <p:spPr>
          <a:xfrm>
            <a:off x="4533900" y="7096887"/>
            <a:ext cx="3733800" cy="2128266"/>
          </a:xfrm>
        </p:spPr>
        <p:txBody>
          <a:bodyPr lIns="91440" tIns="182880"/>
          <a:lstStyle>
            <a:lvl1pPr>
              <a:defRPr sz="933" baseline="0"/>
            </a:lvl1pPr>
            <a:lvl2pPr>
              <a:defRPr sz="817"/>
            </a:lvl2pPr>
            <a:lvl3pPr>
              <a:defRPr sz="817"/>
            </a:lvl3pPr>
            <a:lvl4pPr>
              <a:defRPr sz="817"/>
            </a:lvl4pPr>
            <a:lvl5pPr>
              <a:defRPr sz="817"/>
            </a:lvl5pPr>
            <a:lvl6pPr>
              <a:defRPr sz="817"/>
            </a:lvl6pPr>
            <a:lvl7pPr>
              <a:defRPr sz="817"/>
            </a:lvl7pPr>
            <a:lvl8pPr>
              <a:defRPr sz="817"/>
            </a:lvl8pPr>
            <a:lvl9pPr>
              <a:defRPr sz="817"/>
            </a:lvl9pPr>
          </a:lstStyle>
          <a:p>
            <a:pPr lvl="0"/>
            <a:r>
              <a:rPr lang="en-US" dirty="0" smtClean="0"/>
              <a:t>Use this placeholder to add text or other content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</a:t>
            </a:r>
          </a:p>
          <a:p>
            <a:pPr lvl="6"/>
            <a:r>
              <a:rPr lang="en-US" dirty="0" smtClean="0"/>
              <a:t>Seven</a:t>
            </a:r>
          </a:p>
          <a:p>
            <a:pPr lvl="7"/>
            <a:r>
              <a:rPr lang="en-US" dirty="0" smtClean="0"/>
              <a:t>Eight</a:t>
            </a:r>
          </a:p>
          <a:p>
            <a:pPr lvl="8"/>
            <a:r>
              <a:rPr lang="en-US" dirty="0" smtClean="0"/>
              <a:t>Nine</a:t>
            </a:r>
            <a:endParaRPr lang="en-US" dirty="0"/>
          </a:p>
        </p:txBody>
      </p:sp>
      <p:sp>
        <p:nvSpPr>
          <p:cNvPr id="26" name="Text Placeholder 6"/>
          <p:cNvSpPr>
            <a:spLocks noGrp="1"/>
          </p:cNvSpPr>
          <p:nvPr>
            <p:ph type="body" sz="quarter" idx="31" hasCustomPrompt="1"/>
          </p:nvPr>
        </p:nvSpPr>
        <p:spPr>
          <a:xfrm>
            <a:off x="8721090" y="1653540"/>
            <a:ext cx="3733800" cy="3556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75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27" name="Content Placeholder 17"/>
          <p:cNvSpPr>
            <a:spLocks noGrp="1"/>
          </p:cNvSpPr>
          <p:nvPr>
            <p:ph sz="quarter" idx="32" hasCustomPrompt="1"/>
          </p:nvPr>
        </p:nvSpPr>
        <p:spPr>
          <a:xfrm>
            <a:off x="8721090" y="2074926"/>
            <a:ext cx="3733800" cy="2133600"/>
          </a:xfrm>
        </p:spPr>
        <p:txBody>
          <a:bodyPr lIns="91440" tIns="182880"/>
          <a:lstStyle>
            <a:lvl1pPr>
              <a:defRPr sz="933" baseline="0"/>
            </a:lvl1pPr>
            <a:lvl2pPr>
              <a:defRPr sz="817"/>
            </a:lvl2pPr>
            <a:lvl3pPr>
              <a:defRPr sz="817"/>
            </a:lvl3pPr>
            <a:lvl4pPr>
              <a:defRPr sz="817"/>
            </a:lvl4pPr>
            <a:lvl5pPr>
              <a:defRPr sz="817"/>
            </a:lvl5pPr>
            <a:lvl6pPr>
              <a:defRPr sz="817"/>
            </a:lvl6pPr>
            <a:lvl7pPr>
              <a:defRPr sz="817"/>
            </a:lvl7pPr>
            <a:lvl8pPr>
              <a:defRPr sz="817"/>
            </a:lvl8pPr>
            <a:lvl9pPr>
              <a:defRPr sz="817"/>
            </a:lvl9pPr>
          </a:lstStyle>
          <a:p>
            <a:pPr lvl="0"/>
            <a:r>
              <a:rPr lang="en-US" dirty="0" smtClean="0"/>
              <a:t>Use this placeholder to add text or other content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</a:t>
            </a:r>
          </a:p>
          <a:p>
            <a:pPr lvl="6"/>
            <a:r>
              <a:rPr lang="en-US" dirty="0" smtClean="0"/>
              <a:t>Seven</a:t>
            </a:r>
          </a:p>
          <a:p>
            <a:pPr lvl="7"/>
            <a:r>
              <a:rPr lang="en-US" dirty="0" smtClean="0"/>
              <a:t>Eight</a:t>
            </a:r>
          </a:p>
          <a:p>
            <a:pPr lvl="8"/>
            <a:r>
              <a:rPr lang="en-US" dirty="0" smtClean="0"/>
              <a:t>Nine</a:t>
            </a:r>
            <a:endParaRPr lang="en-US" dirty="0"/>
          </a:p>
        </p:txBody>
      </p:sp>
      <p:sp>
        <p:nvSpPr>
          <p:cNvPr id="28" name="Content Placeholder 17"/>
          <p:cNvSpPr>
            <a:spLocks noGrp="1"/>
          </p:cNvSpPr>
          <p:nvPr>
            <p:ph sz="quarter" idx="33" hasCustomPrompt="1"/>
          </p:nvPr>
        </p:nvSpPr>
        <p:spPr>
          <a:xfrm>
            <a:off x="8721090" y="4350161"/>
            <a:ext cx="3733800" cy="1323761"/>
          </a:xfrm>
        </p:spPr>
        <p:txBody>
          <a:bodyPr lIns="91440" tIns="182880"/>
          <a:lstStyle>
            <a:lvl1pPr>
              <a:defRPr sz="933" baseline="0"/>
            </a:lvl1pPr>
            <a:lvl2pPr>
              <a:defRPr sz="817"/>
            </a:lvl2pPr>
            <a:lvl3pPr>
              <a:defRPr sz="817"/>
            </a:lvl3pPr>
            <a:lvl4pPr>
              <a:defRPr sz="817"/>
            </a:lvl4pPr>
            <a:lvl5pPr>
              <a:defRPr sz="817"/>
            </a:lvl5pPr>
            <a:lvl6pPr>
              <a:defRPr sz="817"/>
            </a:lvl6pPr>
            <a:lvl7pPr>
              <a:defRPr sz="817"/>
            </a:lvl7pPr>
            <a:lvl8pPr>
              <a:defRPr sz="817"/>
            </a:lvl8pPr>
            <a:lvl9pPr>
              <a:defRPr sz="817"/>
            </a:lvl9pPr>
          </a:lstStyle>
          <a:p>
            <a:pPr lvl="0"/>
            <a:r>
              <a:rPr lang="en-US" dirty="0" smtClean="0"/>
              <a:t>Use this placeholder to add text or other content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  <a:endParaRPr lang="en-US" dirty="0"/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41" hasCustomPrompt="1"/>
          </p:nvPr>
        </p:nvSpPr>
        <p:spPr>
          <a:xfrm>
            <a:off x="8721090" y="5765549"/>
            <a:ext cx="3733800" cy="3556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75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40" name="Content Placeholder 17"/>
          <p:cNvSpPr>
            <a:spLocks noGrp="1"/>
          </p:cNvSpPr>
          <p:nvPr>
            <p:ph sz="quarter" idx="42" hasCustomPrompt="1"/>
          </p:nvPr>
        </p:nvSpPr>
        <p:spPr>
          <a:xfrm>
            <a:off x="8721090" y="6186936"/>
            <a:ext cx="3733800" cy="1267229"/>
          </a:xfrm>
        </p:spPr>
        <p:txBody>
          <a:bodyPr lIns="91440" tIns="182880"/>
          <a:lstStyle>
            <a:lvl1pPr>
              <a:defRPr sz="933" baseline="0"/>
            </a:lvl1pPr>
            <a:lvl2pPr>
              <a:defRPr sz="817"/>
            </a:lvl2pPr>
            <a:lvl3pPr>
              <a:defRPr sz="817"/>
            </a:lvl3pPr>
            <a:lvl4pPr>
              <a:defRPr sz="817"/>
            </a:lvl4pPr>
            <a:lvl5pPr>
              <a:defRPr sz="817"/>
            </a:lvl5pPr>
            <a:lvl6pPr>
              <a:defRPr sz="817"/>
            </a:lvl6pPr>
            <a:lvl7pPr>
              <a:defRPr sz="817"/>
            </a:lvl7pPr>
            <a:lvl8pPr>
              <a:defRPr sz="817"/>
            </a:lvl8pPr>
            <a:lvl9pPr>
              <a:defRPr sz="817"/>
            </a:lvl9pPr>
          </a:lstStyle>
          <a:p>
            <a:pPr lvl="0"/>
            <a:r>
              <a:rPr lang="en-US" dirty="0" smtClean="0"/>
              <a:t>Use this placeholder to add text or other content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  <a:endParaRPr lang="en-US" dirty="0"/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4" hasCustomPrompt="1"/>
          </p:nvPr>
        </p:nvSpPr>
        <p:spPr>
          <a:xfrm>
            <a:off x="8721090" y="7502271"/>
            <a:ext cx="3733800" cy="3556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75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75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 smtClean="0"/>
              <a:t>Heading</a:t>
            </a:r>
            <a:endParaRPr lang="en-US" dirty="0"/>
          </a:p>
        </p:txBody>
      </p:sp>
      <p:sp>
        <p:nvSpPr>
          <p:cNvPr id="30" name="Content Placeholder 17"/>
          <p:cNvSpPr>
            <a:spLocks noGrp="1"/>
          </p:cNvSpPr>
          <p:nvPr>
            <p:ph sz="quarter" idx="35" hasCustomPrompt="1"/>
          </p:nvPr>
        </p:nvSpPr>
        <p:spPr>
          <a:xfrm>
            <a:off x="8721090" y="7923657"/>
            <a:ext cx="3733800" cy="1301496"/>
          </a:xfrm>
        </p:spPr>
        <p:txBody>
          <a:bodyPr lIns="91440" tIns="182880"/>
          <a:lstStyle>
            <a:lvl1pPr>
              <a:defRPr sz="933" baseline="0"/>
            </a:lvl1pPr>
            <a:lvl2pPr>
              <a:defRPr sz="817"/>
            </a:lvl2pPr>
            <a:lvl3pPr>
              <a:defRPr sz="817"/>
            </a:lvl3pPr>
            <a:lvl4pPr>
              <a:defRPr sz="817"/>
            </a:lvl4pPr>
            <a:lvl5pPr>
              <a:defRPr sz="817"/>
            </a:lvl5pPr>
            <a:lvl6pPr>
              <a:defRPr sz="817"/>
            </a:lvl6pPr>
            <a:lvl7pPr>
              <a:defRPr sz="817"/>
            </a:lvl7pPr>
            <a:lvl8pPr>
              <a:defRPr sz="817"/>
            </a:lvl8pPr>
            <a:lvl9pPr>
              <a:defRPr sz="817"/>
            </a:lvl9pPr>
          </a:lstStyle>
          <a:p>
            <a:pPr lvl="0"/>
            <a:r>
              <a:rPr lang="en-US" dirty="0" smtClean="0"/>
              <a:t>Use this placeholder to add text or other content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A57DF-1C19-4726-AB84-014692BAD8F5}" type="datetimeFigureOut">
              <a:rPr lang="en-US" smtClean="0"/>
              <a:t>8/25/2016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C631-C489-4C11-812F-2172FBEAE8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43"/>
          </p:nvPr>
        </p:nvSpPr>
        <p:spPr>
          <a:xfrm>
            <a:off x="9412288" y="1"/>
            <a:ext cx="3389313" cy="1120713"/>
          </a:xfrm>
          <a:effectDag name="">
            <a:cont type="tree" name="">
              <a:effect ref="fillLine"/>
              <a:alphaMod>
                <a:cont name="">
                  <a:fill>
                    <a:gradFill>
                      <a:gsLst>
                        <a:gs pos="60000">
                          <a:srgbClr val="000000">
                            <a:alpha val="100000"/>
                          </a:srgbClr>
                        </a:gs>
                        <a:gs pos="97000">
                          <a:srgbClr val="000000">
                            <a:alpha val="0"/>
                          </a:srgbClr>
                        </a:gs>
                      </a:gsLst>
                      <a:lin ang="10800000"/>
                    </a:gradFill>
                  </a:fill>
                </a:cont>
              </a:alphaMod>
            </a:cont>
          </a:effectDag>
        </p:spPr>
        <p:txBody>
          <a:bodyPr lIns="91440" tIns="457200" rIns="9144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0772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2674" userDrawn="1">
          <p15:clr>
            <a:srgbClr val="A4A3A4"/>
          </p15:clr>
        </p15:guide>
        <p15:guide id="2" pos="5390" userDrawn="1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ltGray">
          <a:xfrm>
            <a:off x="0" y="0"/>
            <a:ext cx="12801600" cy="14668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17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37820" y="200042"/>
            <a:ext cx="8801100" cy="8667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7821" y="1755776"/>
            <a:ext cx="12130405" cy="6891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375" y="9366787"/>
            <a:ext cx="2880360" cy="133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A57DF-1C19-4726-AB84-014692BAD8F5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13735" y="9366787"/>
            <a:ext cx="6374130" cy="133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87865" y="9366787"/>
            <a:ext cx="2880360" cy="133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4C631-C489-4C11-812F-2172FBEAE8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gray">
          <a:xfrm>
            <a:off x="0" y="1133476"/>
            <a:ext cx="12801600" cy="3333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17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1133475"/>
            <a:ext cx="12801600" cy="0"/>
          </a:xfrm>
          <a:prstGeom prst="line">
            <a:avLst/>
          </a:prstGeom>
          <a:ln w="114300"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07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1280463" rtl="0" eaLnBrk="1" latinLnBrk="0" hangingPunct="1">
        <a:lnSpc>
          <a:spcPct val="90000"/>
        </a:lnSpc>
        <a:spcBef>
          <a:spcPct val="0"/>
        </a:spcBef>
        <a:buNone/>
        <a:defRPr sz="3355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33381" indent="-133381" algn="l" defTabSz="1280463" rtl="0" eaLnBrk="1" latinLnBrk="0" hangingPunct="1">
        <a:lnSpc>
          <a:spcPct val="100000"/>
        </a:lnSpc>
        <a:spcBef>
          <a:spcPts val="35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817" kern="1200">
          <a:solidFill>
            <a:schemeClr val="tx1"/>
          </a:solidFill>
          <a:latin typeface="+mn-lt"/>
          <a:ea typeface="+mn-ea"/>
          <a:cs typeface="+mn-cs"/>
        </a:defRPr>
      </a:lvl1pPr>
      <a:lvl2pPr marL="320116" indent="-133381" algn="l" defTabSz="1280463" rtl="0" eaLnBrk="1" latinLnBrk="0" hangingPunct="1">
        <a:lnSpc>
          <a:spcPct val="100000"/>
        </a:lnSpc>
        <a:spcBef>
          <a:spcPts val="35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2pPr>
      <a:lvl3pPr marL="320116" indent="-133381" algn="l" defTabSz="1280463" rtl="0" eaLnBrk="1" latinLnBrk="0" hangingPunct="1">
        <a:lnSpc>
          <a:spcPct val="100000"/>
        </a:lnSpc>
        <a:spcBef>
          <a:spcPts val="35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3pPr>
      <a:lvl4pPr marL="320116" indent="-133381" algn="l" defTabSz="1280463" rtl="0" eaLnBrk="1" latinLnBrk="0" hangingPunct="1">
        <a:lnSpc>
          <a:spcPct val="100000"/>
        </a:lnSpc>
        <a:spcBef>
          <a:spcPts val="35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4pPr>
      <a:lvl5pPr marL="320116" indent="-133381" algn="l" defTabSz="1280463" rtl="0" eaLnBrk="1" latinLnBrk="0" hangingPunct="1">
        <a:lnSpc>
          <a:spcPct val="100000"/>
        </a:lnSpc>
        <a:spcBef>
          <a:spcPts val="35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320116" indent="-133381" algn="l" defTabSz="1280463" rtl="0" eaLnBrk="1" latinLnBrk="0" hangingPunct="1">
        <a:lnSpc>
          <a:spcPct val="100000"/>
        </a:lnSpc>
        <a:spcBef>
          <a:spcPts val="35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6pPr>
      <a:lvl7pPr marL="320116" indent="-133381" algn="l" defTabSz="1280463" rtl="0" eaLnBrk="1" latinLnBrk="0" hangingPunct="1">
        <a:lnSpc>
          <a:spcPct val="100000"/>
        </a:lnSpc>
        <a:spcBef>
          <a:spcPts val="35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16" indent="-133381" algn="l" defTabSz="1280463" rtl="0" eaLnBrk="1" latinLnBrk="0" hangingPunct="1">
        <a:lnSpc>
          <a:spcPct val="100000"/>
        </a:lnSpc>
        <a:spcBef>
          <a:spcPts val="35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8pPr>
      <a:lvl9pPr marL="320116" indent="-133381" algn="l" defTabSz="1280463" rtl="0" eaLnBrk="1" latinLnBrk="0" hangingPunct="1">
        <a:lnSpc>
          <a:spcPct val="100000"/>
        </a:lnSpc>
        <a:spcBef>
          <a:spcPts val="35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463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232" algn="l" defTabSz="1280463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463" algn="l" defTabSz="1280463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695" algn="l" defTabSz="1280463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927" algn="l" defTabSz="1280463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1158" algn="l" defTabSz="1280463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1390" algn="l" defTabSz="1280463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1621" algn="l" defTabSz="1280463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1853" algn="l" defTabSz="1280463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210" userDrawn="1">
          <p15:clr>
            <a:srgbClr val="A4A3A4"/>
          </p15:clr>
        </p15:guide>
        <p15:guide id="3" pos="7854" userDrawn="1">
          <p15:clr>
            <a:srgbClr val="A4A3A4"/>
          </p15:clr>
        </p15:guide>
        <p15:guide id="4" pos="4032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12" Type="http://schemas.openxmlformats.org/officeDocument/2006/relationships/image" Target="../media/image6.em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openxmlformats.org/officeDocument/2006/relationships/image" Target="../media/image5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4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57300" y="200042"/>
            <a:ext cx="8382000" cy="43975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High Level Data Representations For HDM-4</a:t>
            </a:r>
            <a:endParaRPr lang="en-US" b="1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Msc</a:t>
            </a:r>
            <a:r>
              <a:rPr lang="en-US" b="1" dirty="0" smtClean="0">
                <a:solidFill>
                  <a:schemeClr val="bg1"/>
                </a:solidFill>
              </a:rPr>
              <a:t>. Road Management &amp; Engineering |By: Philip Kyeyune Kazibwe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smtClean="0">
                <a:solidFill>
                  <a:schemeClr val="bg1"/>
                </a:solidFill>
              </a:rPr>
              <a:t>| </a:t>
            </a:r>
            <a:r>
              <a:rPr lang="en-US" b="1" dirty="0" smtClean="0">
                <a:solidFill>
                  <a:schemeClr val="bg1"/>
                </a:solidFill>
              </a:rPr>
              <a:t>Supervisor: Dr. Eric </a:t>
            </a:r>
            <a:r>
              <a:rPr lang="en-US" b="1" dirty="0" err="1" smtClean="0">
                <a:solidFill>
                  <a:schemeClr val="bg1"/>
                </a:solidFill>
              </a:rPr>
              <a:t>Stannard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smtClean="0">
                <a:solidFill>
                  <a:schemeClr val="bg1"/>
                </a:solidFill>
              </a:rPr>
              <a:t>| </a:t>
            </a:r>
            <a:r>
              <a:rPr lang="en-US" b="1" dirty="0" smtClean="0">
                <a:solidFill>
                  <a:schemeClr val="bg1"/>
                </a:solidFill>
              </a:rPr>
              <a:t>University of Birmingham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3"/>
          </p:nvPr>
        </p:nvSpPr>
        <p:spPr>
          <a:xfrm>
            <a:off x="187913" y="1509164"/>
            <a:ext cx="3733800" cy="373380"/>
          </a:xfrm>
        </p:spPr>
        <p:txBody>
          <a:bodyPr/>
          <a:lstStyle/>
          <a:p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69" name="Text Placeholder 68"/>
          <p:cNvSpPr>
            <a:spLocks noGrp="1"/>
          </p:cNvSpPr>
          <p:nvPr>
            <p:ph type="body" sz="quarter" idx="39"/>
          </p:nvPr>
        </p:nvSpPr>
        <p:spPr>
          <a:xfrm>
            <a:off x="-76986" y="1878896"/>
            <a:ext cx="4356623" cy="1744717"/>
          </a:xfrm>
          <a:solidFill>
            <a:schemeClr val="bg1"/>
          </a:solidFill>
        </p:spPr>
        <p:txBody>
          <a:bodyPr/>
          <a:lstStyle/>
          <a:p>
            <a:pPr algn="just"/>
            <a:r>
              <a:rPr lang="en-GB" sz="900" dirty="0"/>
              <a:t>Economic decision making </a:t>
            </a:r>
            <a:r>
              <a:rPr lang="en-GB" sz="900" dirty="0"/>
              <a:t>is vital in highway </a:t>
            </a:r>
            <a:r>
              <a:rPr lang="en-GB" sz="900" dirty="0"/>
              <a:t>management. The decisions deal with resource allocation to the most beneficial projects. Computer programs are vital tools in this decision making </a:t>
            </a:r>
            <a:r>
              <a:rPr lang="en-GB" sz="900" dirty="0"/>
              <a:t>process. </a:t>
            </a:r>
          </a:p>
          <a:p>
            <a:pPr algn="just"/>
            <a:r>
              <a:rPr lang="en-US" sz="900" dirty="0"/>
              <a:t>The Highway Development and Management Model (HDM-4) is a popular appraisal tool for road projects. However adoption of HDM-4 is hindered by the large data requirements to set up and run analyses. High level data representations are a possible solution to these challenges. </a:t>
            </a:r>
            <a:r>
              <a:rPr lang="en-US" sz="900" dirty="0"/>
              <a:t>This project assessed high level data representations for the HDM-4 Model as implemented in HDM-Sentry, a new software aimed at </a:t>
            </a:r>
            <a:r>
              <a:rPr lang="en-US" sz="900" dirty="0" smtClean="0"/>
              <a:t>increasing </a:t>
            </a:r>
            <a:r>
              <a:rPr lang="en-US" sz="900" dirty="0"/>
              <a:t>accessibility of the HDM-4 Models</a:t>
            </a:r>
            <a:endParaRPr lang="en-US" sz="900" dirty="0"/>
          </a:p>
        </p:txBody>
      </p:sp>
      <p:sp>
        <p:nvSpPr>
          <p:cNvPr id="68" name="Text Placeholder 67"/>
          <p:cNvSpPr>
            <a:spLocks noGrp="1"/>
          </p:cNvSpPr>
          <p:nvPr>
            <p:ph type="body" sz="quarter" idx="37"/>
          </p:nvPr>
        </p:nvSpPr>
        <p:spPr>
          <a:xfrm>
            <a:off x="201248" y="3604421"/>
            <a:ext cx="3733800" cy="373380"/>
          </a:xfrm>
        </p:spPr>
        <p:txBody>
          <a:bodyPr/>
          <a:lstStyle/>
          <a:p>
            <a:r>
              <a:rPr lang="en-US" dirty="0" smtClean="0"/>
              <a:t>HDM-Sentry (Simplified Entry)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38"/>
          </p:nvPr>
        </p:nvSpPr>
        <p:spPr>
          <a:xfrm>
            <a:off x="187913" y="4019071"/>
            <a:ext cx="3733800" cy="101481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GB" dirty="0"/>
              <a:t>HDM-Sentry is a ‘</a:t>
            </a:r>
            <a:r>
              <a:rPr lang="en-GB" i="1" dirty="0"/>
              <a:t>simplified HDM-4 data-preparation and analysis tool</a:t>
            </a:r>
            <a:r>
              <a:rPr lang="en-GB" dirty="0"/>
              <a:t>’ </a:t>
            </a:r>
            <a:r>
              <a:rPr lang="en-GB" dirty="0" smtClean="0"/>
              <a:t>developed </a:t>
            </a:r>
            <a:r>
              <a:rPr lang="en-GB" dirty="0"/>
              <a:t>as a simpler and improved user interface to the HDM-4 model</a:t>
            </a:r>
            <a:r>
              <a:rPr lang="en-GB" dirty="0" smtClean="0"/>
              <a:t>.</a:t>
            </a:r>
          </a:p>
          <a:p>
            <a:pPr algn="just"/>
            <a:r>
              <a:rPr lang="en-GB" dirty="0" smtClean="0"/>
              <a:t>Enables the user to set up and run an analysis in four simple steps</a:t>
            </a:r>
          </a:p>
          <a:p>
            <a:pPr algn="just"/>
            <a:r>
              <a:rPr lang="en-US" dirty="0" smtClean="0"/>
              <a:t>Relies on abstraction of the data required by the HDM-4 workspace into simpler high level data descriptors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201248" y="5078951"/>
            <a:ext cx="3733800" cy="355600"/>
          </a:xfrm>
        </p:spPr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25"/>
          </p:nvPr>
        </p:nvSpPr>
        <p:spPr>
          <a:xfrm>
            <a:off x="119192" y="5345490"/>
            <a:ext cx="3858141" cy="1535370"/>
          </a:xfrm>
        </p:spPr>
        <p:txBody>
          <a:bodyPr>
            <a:noAutofit/>
          </a:bodyPr>
          <a:lstStyle/>
          <a:p>
            <a:pPr lvl="0" algn="just"/>
            <a:r>
              <a:rPr lang="en-GB" sz="900" dirty="0"/>
              <a:t>To assess the representative data descriptors for a typical section run in HDM-Sentry; </a:t>
            </a:r>
            <a:endParaRPr lang="sw-KE" sz="900" dirty="0"/>
          </a:p>
          <a:p>
            <a:pPr lvl="0" algn="just"/>
            <a:r>
              <a:rPr lang="en-GB" sz="900" dirty="0"/>
              <a:t>Conduct a sensitivity analysis of the economic and deterioration model outputs to the data inputs for HDM-Sentry; </a:t>
            </a:r>
            <a:endParaRPr lang="sw-KE" sz="900" dirty="0"/>
          </a:p>
          <a:p>
            <a:pPr lvl="0" algn="just"/>
            <a:r>
              <a:rPr lang="en-GB" sz="900" dirty="0"/>
              <a:t>Identify the significant high level inputs to HDM-Sentry;</a:t>
            </a:r>
            <a:endParaRPr lang="sw-KE" sz="900" dirty="0"/>
          </a:p>
          <a:p>
            <a:pPr lvl="0" algn="just"/>
            <a:r>
              <a:rPr lang="en-GB" sz="900" dirty="0"/>
              <a:t>Investigate variations in the output across the input space;</a:t>
            </a:r>
            <a:endParaRPr lang="sw-KE" sz="900" dirty="0"/>
          </a:p>
          <a:p>
            <a:pPr lvl="0" algn="just"/>
            <a:r>
              <a:rPr lang="en-GB" sz="900" dirty="0"/>
              <a:t>To investigate the applicability of the data descriptors in </a:t>
            </a:r>
            <a:r>
              <a:rPr lang="en-GB" sz="900" dirty="0" smtClean="0"/>
              <a:t>practice.</a:t>
            </a:r>
            <a:endParaRPr lang="sw-KE" sz="90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187913" y="6880860"/>
            <a:ext cx="3733800" cy="355600"/>
          </a:xfrm>
        </p:spPr>
        <p:txBody>
          <a:bodyPr/>
          <a:lstStyle/>
          <a:p>
            <a:r>
              <a:rPr lang="en-US" dirty="0" smtClean="0"/>
              <a:t>Methodology</a:t>
            </a:r>
            <a:endParaRPr lang="en-US" dirty="0"/>
          </a:p>
        </p:txBody>
      </p:sp>
      <p:graphicFrame>
        <p:nvGraphicFramePr>
          <p:cNvPr id="72" name="Content Placeholder 71" descr="Horizontal Bullet List" title="SmartArt"/>
          <p:cNvGraphicFramePr>
            <a:graphicFrameLocks noGrp="1"/>
          </p:cNvGraphicFramePr>
          <p:nvPr>
            <p:ph sz="quarter" idx="26"/>
            <p:extLst>
              <p:ext uri="{D42A27DB-BD31-4B8C-83A1-F6EECF244321}">
                <p14:modId xmlns:p14="http://schemas.microsoft.com/office/powerpoint/2010/main" val="2150118793"/>
              </p:ext>
            </p:extLst>
          </p:nvPr>
        </p:nvGraphicFramePr>
        <p:xfrm>
          <a:off x="201248" y="7300589"/>
          <a:ext cx="3688697" cy="21285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4454501" y="1544280"/>
            <a:ext cx="3962400" cy="404107"/>
          </a:xfrm>
        </p:spPr>
        <p:txBody>
          <a:bodyPr/>
          <a:lstStyle/>
          <a:p>
            <a:r>
              <a:rPr lang="en-US" dirty="0" smtClean="0"/>
              <a:t>Input Variables</a:t>
            </a:r>
            <a:endParaRPr lang="en-US" dirty="0"/>
          </a:p>
        </p:txBody>
      </p:sp>
      <p:sp>
        <p:nvSpPr>
          <p:cNvPr id="70" name="Text Placeholder 69"/>
          <p:cNvSpPr>
            <a:spLocks noGrp="1"/>
          </p:cNvSpPr>
          <p:nvPr>
            <p:ph type="body" sz="quarter" idx="40"/>
          </p:nvPr>
        </p:nvSpPr>
        <p:spPr>
          <a:xfrm>
            <a:off x="4454501" y="4418740"/>
            <a:ext cx="3962400" cy="355601"/>
          </a:xfrm>
        </p:spPr>
        <p:txBody>
          <a:bodyPr/>
          <a:lstStyle/>
          <a:p>
            <a:r>
              <a:rPr lang="en-US" dirty="0" smtClean="0"/>
              <a:t>Experiment Input Matrix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9"/>
          </p:nvPr>
        </p:nvSpPr>
        <p:spPr>
          <a:xfrm>
            <a:off x="4454501" y="7785629"/>
            <a:ext cx="3962400" cy="355600"/>
          </a:xfrm>
        </p:spPr>
        <p:txBody>
          <a:bodyPr/>
          <a:lstStyle/>
          <a:p>
            <a:r>
              <a:rPr lang="en-US" dirty="0" smtClean="0"/>
              <a:t>Results of ANOVA Sensitivity Analysis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30"/>
          </p:nvPr>
        </p:nvSpPr>
        <p:spPr>
          <a:xfrm>
            <a:off x="4279637" y="8066988"/>
            <a:ext cx="4170202" cy="1546541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sz="900" dirty="0"/>
              <a:t>Sensitivity analysis </a:t>
            </a:r>
            <a:r>
              <a:rPr lang="en-GB" sz="900" dirty="0" smtClean="0"/>
              <a:t>shows hat </a:t>
            </a:r>
            <a:r>
              <a:rPr lang="en-GB" sz="900" dirty="0"/>
              <a:t>for project appraisal of a road section using HDM-Sentry, the Traffic volume is the dominant input factor in relation to NPV. </a:t>
            </a:r>
          </a:p>
          <a:p>
            <a:pPr algn="just"/>
            <a:r>
              <a:rPr lang="en-GB" sz="900" dirty="0"/>
              <a:t>The road condition was also found to be a significant contributor to the NPV and average IRI for projects on bituminous surfaced roads. The effect of the condition on NPV was observed to depend on the maintenance alternative considered. </a:t>
            </a:r>
          </a:p>
          <a:p>
            <a:pPr algn="just"/>
            <a:r>
              <a:rPr lang="en-GB" sz="900" dirty="0"/>
              <a:t>The interaction of the condition and traffic volume inputs was observed to be significant to the NPV for bituminous surfaced roads. </a:t>
            </a:r>
            <a:endParaRPr lang="sw-KE" sz="900" dirty="0"/>
          </a:p>
          <a:p>
            <a:endParaRPr lang="en-US" sz="875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8838997" y="1525836"/>
            <a:ext cx="3733800" cy="355600"/>
          </a:xfrm>
        </p:spPr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22" name="Content Placeholder 21"/>
          <p:cNvSpPr>
            <a:spLocks noGrp="1"/>
          </p:cNvSpPr>
          <p:nvPr>
            <p:ph sz="quarter" idx="33"/>
          </p:nvPr>
        </p:nvSpPr>
        <p:spPr>
          <a:xfrm>
            <a:off x="11132327" y="2131028"/>
            <a:ext cx="1457992" cy="1473393"/>
          </a:xfrm>
        </p:spPr>
        <p:txBody>
          <a:bodyPr>
            <a:noAutofit/>
          </a:bodyPr>
          <a:lstStyle/>
          <a:p>
            <a:r>
              <a:rPr lang="en-US" sz="900" dirty="0" smtClean="0"/>
              <a:t>Results for gravel surface showed a high response to traffic volume </a:t>
            </a:r>
          </a:p>
          <a:p>
            <a:r>
              <a:rPr lang="en-US" sz="900" dirty="0" smtClean="0"/>
              <a:t>Significant differences between the peak NPV values and the rest of the values</a:t>
            </a:r>
            <a:endParaRPr lang="en-US" sz="900" dirty="0"/>
          </a:p>
        </p:txBody>
      </p:sp>
      <p:sp>
        <p:nvSpPr>
          <p:cNvPr id="71" name="Text Placeholder 70"/>
          <p:cNvSpPr>
            <a:spLocks noGrp="1"/>
          </p:cNvSpPr>
          <p:nvPr>
            <p:ph type="body" sz="quarter" idx="41"/>
          </p:nvPr>
        </p:nvSpPr>
        <p:spPr>
          <a:xfrm>
            <a:off x="8856519" y="5560355"/>
            <a:ext cx="3733800" cy="355600"/>
          </a:xfrm>
        </p:spPr>
        <p:txBody>
          <a:bodyPr/>
          <a:lstStyle/>
          <a:p>
            <a:r>
              <a:rPr lang="en-US" dirty="0" smtClean="0"/>
              <a:t>Findings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34"/>
          </p:nvPr>
        </p:nvSpPr>
        <p:spPr>
          <a:xfrm>
            <a:off x="8856519" y="7327897"/>
            <a:ext cx="3733800" cy="355600"/>
          </a:xfrm>
        </p:spPr>
        <p:txBody>
          <a:bodyPr/>
          <a:lstStyle/>
          <a:p>
            <a:r>
              <a:rPr lang="en-US" dirty="0" smtClean="0"/>
              <a:t>Conclusions and Recommendations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35"/>
          </p:nvPr>
        </p:nvSpPr>
        <p:spPr>
          <a:xfrm>
            <a:off x="8862666" y="7512050"/>
            <a:ext cx="3750788" cy="1917046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GB" sz="3600" dirty="0" smtClean="0"/>
              <a:t>Sensitivity </a:t>
            </a:r>
            <a:r>
              <a:rPr lang="en-GB" sz="3600" dirty="0"/>
              <a:t>analysis shows that for project appraisal of </a:t>
            </a:r>
            <a:r>
              <a:rPr lang="en-GB" sz="3600" dirty="0" smtClean="0"/>
              <a:t>maintenance alternatives for a gravel </a:t>
            </a:r>
            <a:r>
              <a:rPr lang="en-GB" sz="3600" dirty="0"/>
              <a:t>road section using HDM-Sentry, the Traffic volume is the dominant input factor in relation to </a:t>
            </a:r>
            <a:r>
              <a:rPr lang="en-GB" sz="3600" dirty="0" smtClean="0"/>
              <a:t>NPV</a:t>
            </a:r>
            <a:r>
              <a:rPr lang="en-GB" sz="3600" dirty="0"/>
              <a:t>;</a:t>
            </a:r>
            <a:endParaRPr lang="en-GB" sz="3600" dirty="0" smtClean="0"/>
          </a:p>
          <a:p>
            <a:pPr algn="just"/>
            <a:r>
              <a:rPr lang="en-GB" sz="3600" dirty="0" smtClean="0"/>
              <a:t>Condition also </a:t>
            </a:r>
            <a:r>
              <a:rPr lang="en-GB" sz="3600" dirty="0"/>
              <a:t>found to be a significant contributor to the </a:t>
            </a:r>
            <a:r>
              <a:rPr lang="en-GB" sz="3600" dirty="0" smtClean="0"/>
              <a:t>NPV for bituminous projects. </a:t>
            </a:r>
            <a:r>
              <a:rPr lang="en-GB" sz="3600" dirty="0"/>
              <a:t>The effect of the condition on NPV was observed to depend on the maintenance alternative considered. </a:t>
            </a:r>
          </a:p>
          <a:p>
            <a:pPr algn="just"/>
            <a:r>
              <a:rPr lang="en-GB" sz="3600" dirty="0" smtClean="0"/>
              <a:t>Condition is a dominant contributor for </a:t>
            </a:r>
            <a:r>
              <a:rPr lang="en-GB" sz="3600" dirty="0"/>
              <a:t>average IRI for projects on bituminous surfaced roads. </a:t>
            </a:r>
            <a:r>
              <a:rPr lang="en-GB" sz="3600" dirty="0" smtClean="0"/>
              <a:t>The </a:t>
            </a:r>
            <a:r>
              <a:rPr lang="en-GB" sz="3600" dirty="0"/>
              <a:t>interaction of the condition and traffic volume inputs </a:t>
            </a:r>
            <a:r>
              <a:rPr lang="en-GB" sz="3600" dirty="0" smtClean="0"/>
              <a:t>is also significant </a:t>
            </a:r>
            <a:r>
              <a:rPr lang="en-GB" sz="3600" dirty="0"/>
              <a:t>to the NPV for bituminous surfaced roads. </a:t>
            </a:r>
            <a:endParaRPr lang="en-GB" sz="3600" dirty="0" smtClean="0"/>
          </a:p>
          <a:p>
            <a:pPr algn="just"/>
            <a:r>
              <a:rPr lang="en-GB" sz="3600" dirty="0" smtClean="0"/>
              <a:t>Further work required on ways of reducing the magnitude of the discontinuities in the NPV output</a:t>
            </a:r>
          </a:p>
          <a:p>
            <a:pPr algn="just"/>
            <a:r>
              <a:rPr lang="en-GB" sz="3600" dirty="0" smtClean="0"/>
              <a:t>More work needed to ensure the input ranges of the high level data representations cover the possible values expected in practice.</a:t>
            </a:r>
            <a:endParaRPr lang="sw-KE" sz="3600" dirty="0"/>
          </a:p>
          <a:p>
            <a:endParaRPr lang="en-US" dirty="0"/>
          </a:p>
        </p:txBody>
      </p:sp>
      <p:pic>
        <p:nvPicPr>
          <p:cNvPr id="25" name="Content Placeholder 24"/>
          <p:cNvPicPr>
            <a:picLocks noGrp="1" noChangeAspect="1"/>
          </p:cNvPicPr>
          <p:nvPr>
            <p:ph sz="quarter" idx="27"/>
          </p:nvPr>
        </p:nvPicPr>
        <p:blipFill>
          <a:blip r:embed="rId7"/>
          <a:stretch>
            <a:fillRect/>
          </a:stretch>
        </p:blipFill>
        <p:spPr>
          <a:xfrm>
            <a:off x="4527232" y="2009140"/>
            <a:ext cx="2740267" cy="2305960"/>
          </a:xfrm>
          <a:prstGeom prst="rect">
            <a:avLst/>
          </a:prstGeom>
        </p:spPr>
      </p:pic>
      <p:pic>
        <p:nvPicPr>
          <p:cNvPr id="27" name="Content Placeholder 26"/>
          <p:cNvPicPr>
            <a:picLocks noGrp="1" noChangeAspect="1"/>
          </p:cNvPicPr>
          <p:nvPr>
            <p:ph sz="quarter" idx="23"/>
          </p:nvPr>
        </p:nvPicPr>
        <p:blipFill>
          <a:blip r:embed="rId8"/>
          <a:stretch>
            <a:fillRect/>
          </a:stretch>
        </p:blipFill>
        <p:spPr>
          <a:xfrm>
            <a:off x="4506787" y="4864191"/>
            <a:ext cx="2757359" cy="2832219"/>
          </a:xfrm>
          <a:prstGeom prst="rect">
            <a:avLst/>
          </a:prstGeom>
        </p:spPr>
      </p:pic>
      <p:pic>
        <p:nvPicPr>
          <p:cNvPr id="35" name="Content Placeholder 34"/>
          <p:cNvPicPr>
            <a:picLocks noGrp="1"/>
          </p:cNvPicPr>
          <p:nvPr>
            <p:ph sz="quarter" idx="32"/>
          </p:nvPr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1" t="6432" r="6243" b="2528"/>
          <a:stretch/>
        </p:blipFill>
        <p:spPr bwMode="auto">
          <a:xfrm>
            <a:off x="8931396" y="2090553"/>
            <a:ext cx="2204265" cy="16190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6" name="Picture 35" descr="Trial6GraphResealandOverlay.png"/>
          <p:cNvPicPr/>
          <p:nvPr/>
        </p:nvPicPr>
        <p:blipFill rotWithShape="1">
          <a:blip r:embed="rId10" cstate="print"/>
          <a:srcRect l="3708" t="6224" r="7154" b="3448"/>
          <a:stretch/>
        </p:blipFill>
        <p:spPr>
          <a:xfrm>
            <a:off x="8965891" y="3841991"/>
            <a:ext cx="2040467" cy="1659438"/>
          </a:xfrm>
          <a:prstGeom prst="rect">
            <a:avLst/>
          </a:prstGeom>
        </p:spPr>
      </p:pic>
      <p:sp>
        <p:nvSpPr>
          <p:cNvPr id="37" name="Content Placeholder 21"/>
          <p:cNvSpPr txBox="1">
            <a:spLocks/>
          </p:cNvSpPr>
          <p:nvPr/>
        </p:nvSpPr>
        <p:spPr>
          <a:xfrm>
            <a:off x="11192726" y="3896939"/>
            <a:ext cx="1222175" cy="1596464"/>
          </a:xfrm>
          <a:prstGeom prst="rect">
            <a:avLst/>
          </a:prstGeom>
        </p:spPr>
        <p:txBody>
          <a:bodyPr vert="horz" lIns="26670" tIns="53340" rIns="26670" bIns="13335" rtlCol="0">
            <a:normAutofit lnSpcReduction="10000"/>
          </a:bodyPr>
          <a:lstStyle>
            <a:lvl1pPr marL="457255" indent="-457255" algn="l" defTabSz="4389657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31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7416" indent="-457255" algn="l" defTabSz="4389657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416" indent="-457255" algn="l" defTabSz="4389657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416" indent="-457255" algn="l" defTabSz="4389657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416" indent="-457255" algn="l" defTabSz="4389657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416" indent="-457255" algn="l" defTabSz="4389657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416" indent="-457255" algn="l" defTabSz="4389657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416" indent="-457255" algn="l" defTabSz="4389657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97416" indent="-457255" algn="l" defTabSz="4389657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3381" indent="-133381" defTabSz="1280463">
              <a:spcBef>
                <a:spcPts val="350"/>
              </a:spcBef>
            </a:pPr>
            <a:r>
              <a:rPr lang="en-US" sz="900" dirty="0"/>
              <a:t>Results for bituminous surface showed a high response to both traffic volume and  initial condition;</a:t>
            </a:r>
          </a:p>
          <a:p>
            <a:pPr marL="133381" indent="-133381" defTabSz="1280463">
              <a:spcBef>
                <a:spcPts val="350"/>
              </a:spcBef>
            </a:pPr>
            <a:r>
              <a:rPr lang="en-US" sz="900" dirty="0"/>
              <a:t>Significant differences between the peak NPV values and the other values</a:t>
            </a:r>
          </a:p>
          <a:p>
            <a:endParaRPr lang="en-US" sz="933" dirty="0"/>
          </a:p>
        </p:txBody>
      </p:sp>
      <p:sp>
        <p:nvSpPr>
          <p:cNvPr id="30" name="Content Placeholder 29"/>
          <p:cNvSpPr>
            <a:spLocks noGrp="1"/>
          </p:cNvSpPr>
          <p:nvPr>
            <p:ph sz="quarter" idx="42"/>
          </p:nvPr>
        </p:nvSpPr>
        <p:spPr>
          <a:xfrm>
            <a:off x="8856519" y="5828157"/>
            <a:ext cx="3733800" cy="1516023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US" sz="3600" dirty="0"/>
              <a:t>Traffic volume is the main input affecting the NPV and IRI for gravel roads;</a:t>
            </a:r>
          </a:p>
          <a:p>
            <a:pPr algn="just"/>
            <a:r>
              <a:rPr lang="en-US" sz="3600" dirty="0"/>
              <a:t>Traffic volume and Initial Condition are the main inputs affecting NPV and IRI for bituminous surfaced roads;</a:t>
            </a:r>
          </a:p>
          <a:p>
            <a:pPr algn="just"/>
            <a:r>
              <a:rPr lang="en-US" sz="3600" dirty="0"/>
              <a:t>There are significant interactions between traffic volume and condition;</a:t>
            </a:r>
          </a:p>
          <a:p>
            <a:pPr algn="just"/>
            <a:r>
              <a:rPr lang="en-US" sz="3600" dirty="0"/>
              <a:t>The output function for NPV shows large changes between the medium traffic and high traffic levels;</a:t>
            </a:r>
          </a:p>
          <a:p>
            <a:pPr algn="just"/>
            <a:r>
              <a:rPr lang="en-US" sz="3600" dirty="0"/>
              <a:t>The ranges for traffic volume and condition do not cover the whole possible input space when compared with the UNRA network.</a:t>
            </a:r>
          </a:p>
          <a:p>
            <a:endParaRPr lang="sw-KE" dirty="0"/>
          </a:p>
        </p:txBody>
      </p:sp>
      <p:sp>
        <p:nvSpPr>
          <p:cNvPr id="31" name="TextBox 30"/>
          <p:cNvSpPr txBox="1"/>
          <p:nvPr/>
        </p:nvSpPr>
        <p:spPr>
          <a:xfrm>
            <a:off x="9114329" y="1948388"/>
            <a:ext cx="338931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b="1" dirty="0"/>
              <a:t>NPV and IRI for </a:t>
            </a:r>
            <a:r>
              <a:rPr lang="en-GB" sz="700" b="1" dirty="0" err="1"/>
              <a:t>Regravelling</a:t>
            </a:r>
            <a:r>
              <a:rPr lang="en-GB" sz="700" b="1" dirty="0"/>
              <a:t> (Blue) and Upgrading (Green) for gravel road</a:t>
            </a:r>
            <a:endParaRPr lang="sw-KE" sz="700" b="1" dirty="0" err="1"/>
          </a:p>
        </p:txBody>
      </p:sp>
      <p:sp>
        <p:nvSpPr>
          <p:cNvPr id="43" name="TextBox 42"/>
          <p:cNvSpPr txBox="1"/>
          <p:nvPr/>
        </p:nvSpPr>
        <p:spPr>
          <a:xfrm>
            <a:off x="9114329" y="3696884"/>
            <a:ext cx="338931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b="1" dirty="0"/>
              <a:t>NPV and IRI for Overlay (Green) and Resealing (Blue) of Asphalt Concrete</a:t>
            </a:r>
            <a:endParaRPr lang="sw-KE" sz="700" b="1" dirty="0" err="1"/>
          </a:p>
        </p:txBody>
      </p:sp>
      <p:pic>
        <p:nvPicPr>
          <p:cNvPr id="40" name="Picture Placeholder 39"/>
          <p:cNvPicPr>
            <a:picLocks noGrp="1" noChangeAspect="1"/>
          </p:cNvPicPr>
          <p:nvPr>
            <p:ph type="pic" sz="quarter" idx="43"/>
          </p:nvPr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36" r="4121" b="35036"/>
          <a:stretch/>
        </p:blipFill>
        <p:spPr>
          <a:xfrm>
            <a:off x="9551970" y="-25793"/>
            <a:ext cx="3249630" cy="1120713"/>
          </a:xfrm>
        </p:spPr>
      </p:pic>
      <p:pic>
        <p:nvPicPr>
          <p:cNvPr id="49" name="Picture 48"/>
          <p:cNvPicPr/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19192" y="76356"/>
            <a:ext cx="902815" cy="988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TextBox 38"/>
          <p:cNvSpPr txBox="1"/>
          <p:nvPr/>
        </p:nvSpPr>
        <p:spPr>
          <a:xfrm>
            <a:off x="7264147" y="2112780"/>
            <a:ext cx="11527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900" dirty="0" smtClean="0"/>
              <a:t>Four input variables chosen with their respective levels turned into codes for input into the automated HDM-Sentry script.</a:t>
            </a:r>
            <a:endParaRPr lang="sw-KE" sz="900" dirty="0" err="1" smtClean="0"/>
          </a:p>
        </p:txBody>
      </p:sp>
      <p:sp>
        <p:nvSpPr>
          <p:cNvPr id="51" name="TextBox 50"/>
          <p:cNvSpPr txBox="1"/>
          <p:nvPr/>
        </p:nvSpPr>
        <p:spPr>
          <a:xfrm>
            <a:off x="7264145" y="4934389"/>
            <a:ext cx="11527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900" dirty="0" smtClean="0"/>
              <a:t>Each trial run of the full factorial experiment had 420 runs with different each run having different levels of input parameters.</a:t>
            </a:r>
            <a:endParaRPr lang="sw-KE" sz="900" dirty="0" err="1" smtClean="0"/>
          </a:p>
        </p:txBody>
      </p:sp>
    </p:spTree>
    <p:extLst>
      <p:ext uri="{BB962C8B-B14F-4D97-AF65-F5344CB8AC3E}">
        <p14:creationId xmlns:p14="http://schemas.microsoft.com/office/powerpoint/2010/main" val="93119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cience Poster">
  <a:themeElements>
    <a:clrScheme name="Science Poster">
      <a:dk1>
        <a:srgbClr val="000000"/>
      </a:dk1>
      <a:lt1>
        <a:sysClr val="window" lastClr="FFFFFF"/>
      </a:lt1>
      <a:dk2>
        <a:srgbClr val="1B1B1B"/>
      </a:dk2>
      <a:lt2>
        <a:srgbClr val="E5E8E8"/>
      </a:lt2>
      <a:accent1>
        <a:srgbClr val="00B0EA"/>
      </a:accent1>
      <a:accent2>
        <a:srgbClr val="45AE22"/>
      </a:accent2>
      <a:accent3>
        <a:srgbClr val="FFFF00"/>
      </a:accent3>
      <a:accent4>
        <a:srgbClr val="F2760D"/>
      </a:accent4>
      <a:accent5>
        <a:srgbClr val="BB2B35"/>
      </a:accent5>
      <a:accent6>
        <a:srgbClr val="6C3CA2"/>
      </a:accent6>
      <a:hlink>
        <a:srgbClr val="00B0EA"/>
      </a:hlink>
      <a:folHlink>
        <a:srgbClr val="9696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sz="6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6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A3AC1795-03CA-4218-8E9C-394F2C72EB71}" vid="{9E91E023-53D0-48CE-AFD1-CE3DA49243D0}"/>
    </a:ext>
  </a:extLst>
</a:theme>
</file>

<file path=ppt/theme/theme2.xml><?xml version="1.0" encoding="utf-8"?>
<a:theme xmlns:a="http://schemas.openxmlformats.org/drawingml/2006/main" name="Office Theme">
  <a:themeElements>
    <a:clrScheme name="Science Poster">
      <a:dk1>
        <a:srgbClr val="000000"/>
      </a:dk1>
      <a:lt1>
        <a:sysClr val="window" lastClr="FFFFFF"/>
      </a:lt1>
      <a:dk2>
        <a:srgbClr val="1B1B1B"/>
      </a:dk2>
      <a:lt2>
        <a:srgbClr val="E5E8E8"/>
      </a:lt2>
      <a:accent1>
        <a:srgbClr val="00B0EA"/>
      </a:accent1>
      <a:accent2>
        <a:srgbClr val="45AE22"/>
      </a:accent2>
      <a:accent3>
        <a:srgbClr val="FFFF00"/>
      </a:accent3>
      <a:accent4>
        <a:srgbClr val="F2760D"/>
      </a:accent4>
      <a:accent5>
        <a:srgbClr val="BB2B35"/>
      </a:accent5>
      <a:accent6>
        <a:srgbClr val="6C3CA2"/>
      </a:accent6>
      <a:hlink>
        <a:srgbClr val="00B0EA"/>
      </a:hlink>
      <a:folHlink>
        <a:srgbClr val="9696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cience Poster">
      <a:dk1>
        <a:srgbClr val="000000"/>
      </a:dk1>
      <a:lt1>
        <a:sysClr val="window" lastClr="FFFFFF"/>
      </a:lt1>
      <a:dk2>
        <a:srgbClr val="1B1B1B"/>
      </a:dk2>
      <a:lt2>
        <a:srgbClr val="E5E8E8"/>
      </a:lt2>
      <a:accent1>
        <a:srgbClr val="00B0EA"/>
      </a:accent1>
      <a:accent2>
        <a:srgbClr val="45AE22"/>
      </a:accent2>
      <a:accent3>
        <a:srgbClr val="FFFF00"/>
      </a:accent3>
      <a:accent4>
        <a:srgbClr val="F2760D"/>
      </a:accent4>
      <a:accent5>
        <a:srgbClr val="BB2B35"/>
      </a:accent5>
      <a:accent6>
        <a:srgbClr val="6C3CA2"/>
      </a:accent6>
      <a:hlink>
        <a:srgbClr val="00B0EA"/>
      </a:hlink>
      <a:folHlink>
        <a:srgbClr val="9696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99B7E175-EA31-4EB5-9BCC-A945A810367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Science project poster</Template>
  <TotalTime>0</TotalTime>
  <Words>794</Words>
  <Application>Microsoft Office PowerPoint</Application>
  <PresentationFormat>A3 Paper (297x420 mm)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Science Poster</vt:lpstr>
      <vt:lpstr>High Level Data Representations For HDM-4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2016-08-25T08:16:28Z</dcterms:created>
  <dcterms:modified xsi:type="dcterms:W3CDTF">2016-08-25T13:54:39Z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TC040013439991</vt:lpwstr>
  </property>
</Properties>
</file>